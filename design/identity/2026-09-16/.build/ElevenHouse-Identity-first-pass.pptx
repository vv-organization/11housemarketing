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252cd0e814192" /><Relationship Type="http://schemas.openxmlformats.org/officeDocument/2006/relationships/extended-properties" Target="/docProps/app.xml" Id="Rdc5c0f1ae0824e1d" /><Relationship Type="http://schemas.openxmlformats.org/officeDocument/2006/relationships/officeDocument" Target="/ppt/presentation.xml" Id="R1418a0f2f5ac45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c7d952d02d4653"/>
  </p:sldMasterIdLst>
  <p:notesMasterIdLst>
    <p:notesMasterId xmlns:r="http://schemas.openxmlformats.org/officeDocument/2006/relationships" r:id="R9f2f7dd473fa4fec"/>
  </p:notesMasterIdLst>
  <p:sldIdLst>
    <p:sldId xmlns:r="http://schemas.openxmlformats.org/officeDocument/2006/relationships" id="256" r:id="Rb69621b905e54b3a"/>
    <p:sldId xmlns:r="http://schemas.openxmlformats.org/officeDocument/2006/relationships" id="257" r:id="R5cabe96b7d2b461b"/>
    <p:sldId xmlns:r="http://schemas.openxmlformats.org/officeDocument/2006/relationships" id="258" r:id="R1e20c304f9ce44e1"/>
    <p:sldId xmlns:r="http://schemas.openxmlformats.org/officeDocument/2006/relationships" id="259" r:id="Rcd43c4055da2491c"/>
    <p:sldId xmlns:r="http://schemas.openxmlformats.org/officeDocument/2006/relationships" id="260" r:id="R6c61512756c148f3"/>
    <p:sldId xmlns:r="http://schemas.openxmlformats.org/officeDocument/2006/relationships" id="261" r:id="R7def1f179e5f4922"/>
    <p:sldId xmlns:r="http://schemas.openxmlformats.org/officeDocument/2006/relationships" id="262" r:id="R1867cfa9e4674b4e"/>
    <p:sldId xmlns:r="http://schemas.openxmlformats.org/officeDocument/2006/relationships" id="263" r:id="Rf97a0a5f235e4686"/>
    <p:sldId xmlns:r="http://schemas.openxmlformats.org/officeDocument/2006/relationships" id="264" r:id="R91c1ac68299148e1"/>
    <p:sldId xmlns:r="http://schemas.openxmlformats.org/officeDocument/2006/relationships" id="265" r:id="Rdb1dffa2a02c4e9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2d0477d11a4e69" /><Relationship Type="http://schemas.openxmlformats.org/officeDocument/2006/relationships/slideMaster" Target="/ppt/slideMasters/slideMaster1.xml" Id="R87c7d952d02d4653" /><Relationship Type="http://schemas.openxmlformats.org/officeDocument/2006/relationships/notesMaster" Target="/ppt/notesMasters/notesMaster1.xml" Id="R9f2f7dd473fa4fec" /><Relationship Type="http://schemas.openxmlformats.org/officeDocument/2006/relationships/presProps" Target="/ppt/presProps.xml" Id="R28e2b8acdd9c42d6" /><Relationship Type="http://schemas.openxmlformats.org/officeDocument/2006/relationships/tableStyles" Target="/ppt/tableStyles.xml" Id="R1bcf4ccd8edf48db" /><Relationship Type="http://schemas.openxmlformats.org/officeDocument/2006/relationships/slide" Target="/ppt/slides/slide1.xml" Id="Rb69621b905e54b3a" /><Relationship Type="http://schemas.openxmlformats.org/officeDocument/2006/relationships/slide" Target="/ppt/slides/slide2.xml" Id="R5cabe96b7d2b461b" /><Relationship Type="http://schemas.openxmlformats.org/officeDocument/2006/relationships/slide" Target="/ppt/slides/slide3.xml" Id="R1e20c304f9ce44e1" /><Relationship Type="http://schemas.openxmlformats.org/officeDocument/2006/relationships/slide" Target="/ppt/slides/slide4.xml" Id="Rcd43c4055da2491c" /><Relationship Type="http://schemas.openxmlformats.org/officeDocument/2006/relationships/slide" Target="/ppt/slides/slide5.xml" Id="R6c61512756c148f3" /><Relationship Type="http://schemas.openxmlformats.org/officeDocument/2006/relationships/slide" Target="/ppt/slides/slide6.xml" Id="R7def1f179e5f4922" /><Relationship Type="http://schemas.openxmlformats.org/officeDocument/2006/relationships/slide" Target="/ppt/slides/slide7.xml" Id="R1867cfa9e4674b4e" /><Relationship Type="http://schemas.openxmlformats.org/officeDocument/2006/relationships/slide" Target="/ppt/slides/slide8.xml" Id="Rf97a0a5f235e4686" /><Relationship Type="http://schemas.openxmlformats.org/officeDocument/2006/relationships/slide" Target="/ppt/slides/slide9.xml" Id="R91c1ac68299148e1" /><Relationship Type="http://schemas.openxmlformats.org/officeDocument/2006/relationships/slide" Target="/ppt/slides/slide10.xml" Id="Rdb1dffa2a02c4e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93015e8ee5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de7a0fc5b4d58" /><Relationship Type="http://schemas.openxmlformats.org/officeDocument/2006/relationships/notesMaster" Target="/ppt/notesMasters/notesMaster1.xml" Id="Recadac5c9fa1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937002ae9a44c7" /><Relationship Type="http://schemas.openxmlformats.org/officeDocument/2006/relationships/notesMaster" Target="/ppt/notesMasters/notesMaster1.xml" Id="Rdee2c4f9e26f40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2afb7c99bd4ead" /><Relationship Type="http://schemas.openxmlformats.org/officeDocument/2006/relationships/notesMaster" Target="/ppt/notesMasters/notesMaster1.xml" Id="R339601720217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965f2d03c64813" /><Relationship Type="http://schemas.openxmlformats.org/officeDocument/2006/relationships/notesMaster" Target="/ppt/notesMasters/notesMaster1.xml" Id="Rd3de098a82cf4b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cc1e3a00e64c7f" /><Relationship Type="http://schemas.openxmlformats.org/officeDocument/2006/relationships/notesMaster" Target="/ppt/notesMasters/notesMaster1.xml" Id="Rc9999ddf898440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aab081c77b4d8e" /><Relationship Type="http://schemas.openxmlformats.org/officeDocument/2006/relationships/notesMaster" Target="/ppt/notesMasters/notesMaster1.xml" Id="R43857cb9cb0643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7397afa58b45c1" /><Relationship Type="http://schemas.openxmlformats.org/officeDocument/2006/relationships/notesMaster" Target="/ppt/notesMasters/notesMaster1.xml" Id="R197d7d49fac049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1369723f814788" /><Relationship Type="http://schemas.openxmlformats.org/officeDocument/2006/relationships/notesMaster" Target="/ppt/notesMasters/notesMaster1.xml" Id="R68ce146fd86b4b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26a4ace3a5478b" /><Relationship Type="http://schemas.openxmlformats.org/officeDocument/2006/relationships/notesMaster" Target="/ppt/notesMasters/notesMaster1.xml" Id="Re756e8c1aa5c47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63de177a854c6d" /><Relationship Type="http://schemas.openxmlformats.org/officeDocument/2006/relationships/notesMaster" Target="/ppt/notesMasters/notesMaster1.xml" Id="R9c72c66e9d42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Космическая композиция связана с пространством, глубиной и орбитой лендинга ElevenHouse. https://elevenhouse.ai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Смысл 11-го дома — сообщества, единомышленники и коллективное — из тематической справки пользователя. Продуктовая идея единого кабинета: https://elevenhouse.ai. Слоганы являются предложением для айдентики.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Непосредственно показан исходный файл пользователя, без перерисовки.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Ночной синий как основа, молочный для воздуха, матовое золото как акцент.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Применение: папка консультации, визитная карточка, астрологическая карта на кальке.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Применение: ежедневник астролога, тканевый переплёт, золотое тиснение и блинтовая орбитальная линия.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Концептуальный экран запуска с монограммой, не заявленная новая функциональность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Интерфейс в мокапе интерпретирован по реальному скриншоту календаря public/assets/product-screenshots/eh-p01-calendar.png. Обобщённые данные, не точная демонстрация функциональности. https://elevenhouse.ai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Концепция носителей для встречи сообщества астрологов. Не анонс существующего события.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Финальный брендовый кадр. Предложение коммуникации: Больше времени на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768c3b17740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c4936a9ab54a90" /><Relationship Type="http://schemas.openxmlformats.org/officeDocument/2006/relationships/slideLayout" Target="/ppt/slideLayouts/slideLayout1.xml" Id="Rd1aa2017f3c8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a2017f3c8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61cf795db4f0c" /><Relationship Type="http://schemas.openxmlformats.org/officeDocument/2006/relationships/image" Target="/ppt/media/image.png" Id="R6bdf0063b7c04122" /><Relationship Type="http://schemas.openxmlformats.org/officeDocument/2006/relationships/image" Target="/ppt/media/image2.png" Id="R9cc49d32494640da" /><Relationship Type="http://schemas.openxmlformats.org/officeDocument/2006/relationships/image" Target="/ppt/media/image.svg" Id="Raa0f9d38cc184265" /><Relationship Type="http://schemas.openxmlformats.org/officeDocument/2006/relationships/notesSlide" Target="/ppt/notesSlides/notesSlide1.xml" Id="Rc0b29fe2053641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9226e32ae4db7" /><Relationship Type="http://schemas.openxmlformats.org/officeDocument/2006/relationships/notesSlide" Target="/ppt/notesSlides/notesSlide2.xml" Id="Rda7e6e731090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e7fadc6bf4578" /><Relationship Type="http://schemas.openxmlformats.org/officeDocument/2006/relationships/image" Target="/ppt/media/image3.png" Id="R2464c5ee80ab44f4" /><Relationship Type="http://schemas.openxmlformats.org/officeDocument/2006/relationships/notesSlide" Target="/ppt/notesSlides/notesSlide3.xml" Id="Rc5c809b24a4e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554fc68ed4da7" /><Relationship Type="http://schemas.openxmlformats.org/officeDocument/2006/relationships/image" Target="/ppt/media/image4.png" Id="Rebae832349da4ffe" /><Relationship Type="http://schemas.openxmlformats.org/officeDocument/2006/relationships/image" Target="/ppt/media/image2.svg" Id="R96d7868d482c4621" /><Relationship Type="http://schemas.openxmlformats.org/officeDocument/2006/relationships/image" Target="/ppt/media/image5.png" Id="R458bb05e27e742c8" /><Relationship Type="http://schemas.openxmlformats.org/officeDocument/2006/relationships/image" Target="/ppt/media/image3.svg" Id="Ra77ff39f299741e9" /><Relationship Type="http://schemas.openxmlformats.org/officeDocument/2006/relationships/image" Target="/ppt/media/image6.png" Id="R2a29a412b96d4886" /><Relationship Type="http://schemas.openxmlformats.org/officeDocument/2006/relationships/image" Target="/ppt/media/image4.svg" Id="Rf98f9c8525134fff" /><Relationship Type="http://schemas.openxmlformats.org/officeDocument/2006/relationships/notesSlide" Target="/ppt/notesSlides/notesSlide4.xml" Id="Rbec5beea573f41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e1ce33407431e" /><Relationship Type="http://schemas.openxmlformats.org/officeDocument/2006/relationships/image" Target="/ppt/media/image7.png" Id="Re952248402414677" /><Relationship Type="http://schemas.openxmlformats.org/officeDocument/2006/relationships/notesSlide" Target="/ppt/notesSlides/notesSlide5.xml" Id="R789c632c8d6146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01855cbb342d8" /><Relationship Type="http://schemas.openxmlformats.org/officeDocument/2006/relationships/image" Target="/ppt/media/image8.png" Id="Re020347e499d4f98" /><Relationship Type="http://schemas.openxmlformats.org/officeDocument/2006/relationships/notesSlide" Target="/ppt/notesSlides/notesSlide6.xml" Id="Rfdb0382152134a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da8cee1074c5a" /><Relationship Type="http://schemas.openxmlformats.org/officeDocument/2006/relationships/image" Target="/ppt/media/image9.png" Id="R7b5817a081824dd9" /><Relationship Type="http://schemas.openxmlformats.org/officeDocument/2006/relationships/notesSlide" Target="/ppt/notesSlides/notesSlide7.xml" Id="Rd93857780e5c42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12709298c43c7" /><Relationship Type="http://schemas.openxmlformats.org/officeDocument/2006/relationships/image" Target="/ppt/media/image10.png" Id="Rf19dfdf171ac42c0" /><Relationship Type="http://schemas.openxmlformats.org/officeDocument/2006/relationships/notesSlide" Target="/ppt/notesSlides/notesSlide8.xml" Id="R85f707de63344c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76067481444ea" /><Relationship Type="http://schemas.openxmlformats.org/officeDocument/2006/relationships/image" Target="/ppt/media/image11.png" Id="R329043fcfe404cd2" /><Relationship Type="http://schemas.openxmlformats.org/officeDocument/2006/relationships/notesSlide" Target="/ppt/notesSlides/notesSlide9.xml" Id="R92ff48c247fc4e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a0b0403f44b9a" /><Relationship Type="http://schemas.openxmlformats.org/officeDocument/2006/relationships/image" Target="/ppt/media/image12.png" Id="R3fc404f5be784ad7" /><Relationship Type="http://schemas.openxmlformats.org/officeDocument/2006/relationships/image" Target="/ppt/media/image13.png" Id="R85013094ee2544e5" /><Relationship Type="http://schemas.openxmlformats.org/officeDocument/2006/relationships/image" Target="/ppt/media/image5.svg" Id="R1ad7e22949074b88" /><Relationship Type="http://schemas.openxmlformats.org/officeDocument/2006/relationships/notesSlide" Target="/ppt/notesSlides/notesSlide10.xml" Id="R552f1ce71fe1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10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f0063b7c041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ПРОСТРАНСТВО ДЛЯ ПРАКТИКИ">
            <a:extLst xmlns:a="http://schemas.openxmlformats.org/drawingml/2006/main">
              <a:ext uri="{FF2B5EF4-FFF2-40B4-BE49-F238E27FC236}">
                <a16:creationId xmlns:a16="http://schemas.microsoft.com/office/drawing/2014/main" id="{1C2CE468-9EA9-4BA6-9ADF-CB25417D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ПРОСТРАНСТВО ДЛЯ ПРАКТИКИ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49d32494640da">
            <a:extLst>
              <a:ext uri="{96DAC541-7B7A-43D3-8B79-37D633B846F1}">
                <asvg:svgBlip xmlns:asvg="http://schemas.microsoft.com/office/drawing/2016/SVG/main" r:embed="Raa0f9d38cc1842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1981200"/>
            <a:ext cx="7143750" cy="4248150"/>
          </a:xfrm>
          <a:prstGeom xmlns:a="http://schemas.openxmlformats.org/drawingml/2006/main" prst="rect">
            <a:avLst/>
          </a:prstGeom>
        </p:spPr>
      </p:pic>
      <p:sp>
        <p:nvSpPr>
          <p:cNvPr id="4" name="Люди. Связи. Своя орбита.">
            <a:extLst xmlns:a="http://schemas.openxmlformats.org/drawingml/2006/main">
              <a:ext uri="{FF2B5EF4-FFF2-40B4-BE49-F238E27FC236}">
                <a16:creationId xmlns:a16="http://schemas.microsoft.com/office/drawing/2014/main" id="{06E990B8-47B0-43F9-BF30-A643719C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722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Люди. Связи. Своя орбита.</a:t>
            </a:r>
          </a:p>
        </p:txBody>
      </p:sp>
      <p:sp>
        <p:nvSpPr>
          <p:cNvPr id="5" name="КОНЦЕПЦИЯ АЙДЕНТИКИ  /  2026">
            <a:extLst xmlns:a="http://schemas.openxmlformats.org/drawingml/2006/main">
              <a:ext uri="{FF2B5EF4-FFF2-40B4-BE49-F238E27FC236}">
                <a16:creationId xmlns:a16="http://schemas.microsoft.com/office/drawing/2014/main" id="{065770E0-5A44-48EB-BE57-8E7E2506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676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BB0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0BA"/>
                </a:solidFill>
                <a:latin typeface="Arial"/>
                <a:ea typeface="Arial"/>
                <a:cs typeface="Arial"/>
              </a:rPr>
              <a:t>КОНЦЕПЦИЯ АЙДЕНТИКИ  /  2026</a:t>
            </a:r>
          </a:p>
        </p:txBody>
      </p:sp>
      <p:sp>
        <p:nvSpPr>
          <p:cNvPr id="6" name="elevenhouse.ai">
            <a:extLst xmlns:a="http://schemas.openxmlformats.org/drawingml/2006/main">
              <a:ext uri="{FF2B5EF4-FFF2-40B4-BE49-F238E27FC236}">
                <a16:creationId xmlns:a16="http://schemas.microsoft.com/office/drawing/2014/main" id="{91188595-96EF-420B-B683-64EBCA9F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80676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elevenhouse.ai</a:t>
            </a:r>
          </a:p>
        </p:txBody>
      </p:sp>
    </p:spTree>
    <p:extLst>
      <p:ext uri="{BB962C8B-B14F-4D97-AF65-F5344CB8AC3E}">
        <p14:creationId xmlns:p14="http://schemas.microsoft.com/office/powerpoint/2010/main" val="1400195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ДИННАДЦАТЫЙ ДОМ">
            <a:extLst xmlns:a="http://schemas.openxmlformats.org/drawingml/2006/main">
              <a:ext uri="{FF2B5EF4-FFF2-40B4-BE49-F238E27FC236}">
                <a16:creationId xmlns:a16="http://schemas.microsoft.com/office/drawing/2014/main" id="{7306340A-24B9-41A9-A933-EA71204F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ОДИННАДЦАТЫЙ ДОМ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E4343939-8B95-47AA-BBBE-893A5938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9725"/>
            <a:ext cx="5286375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307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Свой круг.">
            <a:extLst xmlns:a="http://schemas.openxmlformats.org/drawingml/2006/main">
              <a:ext uri="{FF2B5EF4-FFF2-40B4-BE49-F238E27FC236}">
                <a16:creationId xmlns:a16="http://schemas.microsoft.com/office/drawing/2014/main" id="{AB198A94-0DD2-4830-A9C6-A657EF8F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7715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Свой круг.</a:t>
            </a:r>
          </a:p>
        </p:txBody>
      </p:sp>
      <p:sp>
        <p:nvSpPr>
          <p:cNvPr id="4" name="Своя практика.">
            <a:extLst xmlns:a="http://schemas.openxmlformats.org/drawingml/2006/main">
              <a:ext uri="{FF2B5EF4-FFF2-40B4-BE49-F238E27FC236}">
                <a16:creationId xmlns:a16="http://schemas.microsoft.com/office/drawing/2014/main" id="{0CED3304-DF80-4042-9C18-1D224DD2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819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Своя практика.</a:t>
            </a:r>
          </a:p>
        </p:txBody>
      </p:sp>
      <p:sp>
        <p:nvSpPr>
          <p:cNvPr id="5" name="В астрологии 11-й дом — это сообщес">
            <a:extLst xmlns:a="http://schemas.openxmlformats.org/drawingml/2006/main">
              <a:ext uri="{FF2B5EF4-FFF2-40B4-BE49-F238E27FC236}">
                <a16:creationId xmlns:a16="http://schemas.microsoft.com/office/drawing/2014/main" id="{1243A750-C9ED-468B-BDED-2B8DA17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33900"/>
            <a:ext cx="762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 астрологии 11-й дом — это сообщества,</a:t>
            </a:r>
          </a:p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единомышленники и общее будущее.</a:t>
            </a:r>
          </a:p>
        </p:txBody>
      </p:sp>
      <p:sp>
        <p:nvSpPr>
          <p:cNvPr id="6" name="ElevenHouse объединяет работу астро">
            <a:extLst xmlns:a="http://schemas.openxmlformats.org/drawingml/2006/main">
              <a:ext uri="{FF2B5EF4-FFF2-40B4-BE49-F238E27FC236}">
                <a16:creationId xmlns:a16="http://schemas.microsoft.com/office/drawing/2014/main" id="{3C5922FA-4D52-45A3-B726-192E4D64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876925"/>
            <a:ext cx="7667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 объединяет работу астролога</a:t>
            </a:r>
          </a:p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 одном пространстве — чтобы больше</a:t>
            </a:r>
          </a:p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времени оставалось на людей.</a:t>
            </a:r>
          </a:p>
        </p:txBody>
      </p:sp>
      <p:sp>
        <p:nvSpPr>
          <p:cNvPr id="7" name="ДОМ СВЯЗЕЙ И ВОЗМОЖНОСТЕЙ">
            <a:extLst xmlns:a="http://schemas.openxmlformats.org/drawingml/2006/main">
              <a:ext uri="{FF2B5EF4-FFF2-40B4-BE49-F238E27FC236}">
                <a16:creationId xmlns:a16="http://schemas.microsoft.com/office/drawing/2014/main" id="{0974070E-D0CB-48B5-A3C4-245C8CEE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ДОМ СВЯЗЕЙ И ВОЗМОЖНОСТЕЙ</a:t>
            </a:r>
          </a:p>
        </p:txBody>
      </p:sp>
      <p:sp>
        <p:nvSpPr>
          <p:cNvPr id="8" name="ELEVENHOUSE  /  АЙДЕНТИКА">
            <a:extLst xmlns:a="http://schemas.openxmlformats.org/drawingml/2006/main">
              <a:ext uri="{FF2B5EF4-FFF2-40B4-BE49-F238E27FC236}">
                <a16:creationId xmlns:a16="http://schemas.microsoft.com/office/drawing/2014/main" id="{7D8EDFC4-CF67-495C-BD23-1E0E0007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  /  АЙДЕНТИКА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D548383E-F40E-474A-81B2-DAFFD65C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58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043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ОДПИСЬ БРЕНДА">
            <a:extLst xmlns:a="http://schemas.openxmlformats.org/drawingml/2006/main">
              <a:ext uri="{FF2B5EF4-FFF2-40B4-BE49-F238E27FC236}">
                <a16:creationId xmlns:a16="http://schemas.microsoft.com/office/drawing/2014/main" id="{DCCCD9F0-4A4F-47BB-B6F2-D75BFE8D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ПОДПИСЬ БРЕНДА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4c5ee80ab44f4"/>
          <a:stretch xmlns:a="http://schemas.openxmlformats.org/drawingml/2006/main"/>
        </p:blipFill>
        <p:spPr>
          <a:xfrm xmlns:a="http://schemas.openxmlformats.org/drawingml/2006/main">
            <a:off x="1808218" y="1314450"/>
            <a:ext cx="11623563" cy="5619750"/>
          </a:xfrm>
          <a:prstGeom xmlns:a="http://schemas.openxmlformats.org/drawingml/2006/main" prst="rect">
            <a:avLst/>
          </a:prstGeom>
        </p:spPr>
      </p:pic>
      <p:sp>
        <p:nvSpPr>
          <p:cNvPr id="3" name="Монограмма">
            <a:extLst xmlns:a="http://schemas.openxmlformats.org/drawingml/2006/main">
              <a:ext uri="{FF2B5EF4-FFF2-40B4-BE49-F238E27FC236}">
                <a16:creationId xmlns:a16="http://schemas.microsoft.com/office/drawing/2014/main" id="{CC870194-EB05-4DAC-B06C-EC67F16D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143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Монограмма</a:t>
            </a:r>
          </a:p>
        </p:txBody>
      </p:sp>
      <p:sp>
        <p:nvSpPr>
          <p:cNvPr id="4" name="Основной логотип">
            <a:extLst xmlns:a="http://schemas.openxmlformats.org/drawingml/2006/main">
              <a:ext uri="{FF2B5EF4-FFF2-40B4-BE49-F238E27FC236}">
                <a16:creationId xmlns:a16="http://schemas.microsoft.com/office/drawing/2014/main" id="{BB5BA04C-DEE7-4E95-9D85-4606ABAA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1437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Основной логотип</a:t>
            </a:r>
          </a:p>
        </p:txBody>
      </p:sp>
      <p:sp>
        <p:nvSpPr>
          <p:cNvPr id="5" name="ELEVENHOUSE  /  АЙДЕНТИКА">
            <a:extLst xmlns:a="http://schemas.openxmlformats.org/drawingml/2006/main">
              <a:ext uri="{FF2B5EF4-FFF2-40B4-BE49-F238E27FC236}">
                <a16:creationId xmlns:a16="http://schemas.microsoft.com/office/drawing/2014/main" id="{48A1E4EA-5CF5-4F7E-9A6D-232E445F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  /  АЙДЕНТИКА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63775787-22A1-49D8-81AE-A1C9D6B9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58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1431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61C2D-48A9-4E42-9C67-E113F409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7620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BBD3D-7723-46A4-A86C-F804476C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67250"/>
            <a:ext cx="7620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A79"/>
          </a:solidFill>
          <a:ln xmlns:a="http://schemas.openxmlformats.org/drawingml/2006/main" w="0">
            <a:noFill/>
          </a:ln>
        </p:spPr>
      </p:sp>
      <p:sp>
        <p:nvSpPr>
          <p:cNvPr id="3" name="ЦВЕТ И ХАРАКТЕР">
            <a:extLst xmlns:a="http://schemas.openxmlformats.org/drawingml/2006/main">
              <a:ext uri="{FF2B5EF4-FFF2-40B4-BE49-F238E27FC236}">
                <a16:creationId xmlns:a16="http://schemas.microsoft.com/office/drawing/2014/main" id="{36F205A1-D1E8-4C6B-89BD-6976F81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ЦВЕТ И ХАРАКТЕР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e832349da4ffe">
            <a:extLst>
              <a:ext uri="{96DAC541-7B7A-43D3-8B79-37D633B846F1}">
                <asvg:svgBlip xmlns:asvg="http://schemas.microsoft.com/office/drawing/2016/SVG/main" r:embed="R96d7868d482c46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19250" y="2200275"/>
            <a:ext cx="4381500" cy="37719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bb05e27e742c8">
            <a:extLst>
              <a:ext uri="{96DAC541-7B7A-43D3-8B79-37D633B846F1}">
                <asvg:svgBlip xmlns:asvg="http://schemas.microsoft.com/office/drawing/2016/SVG/main" r:embed="Ra77ff39f299741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0" y="914400"/>
            <a:ext cx="2095500" cy="1809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9a412b96d4886">
            <a:extLst>
              <a:ext uri="{96DAC541-7B7A-43D3-8B79-37D633B846F1}">
                <asvg:svgBlip xmlns:asvg="http://schemas.microsoft.com/office/drawing/2016/SVG/main" r:embed="Rf98f9c8525134f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0" y="5276850"/>
            <a:ext cx="1524000" cy="1314450"/>
          </a:xfrm>
          <a:prstGeom xmlns:a="http://schemas.openxmlformats.org/drawingml/2006/main" prst="rect">
            <a:avLst/>
          </a:prstGeom>
        </p:spPr>
      </p:pic>
      <p:sp>
        <p:nvSpPr>
          <p:cNvPr id="7" name="Ночной синий">
            <a:extLst xmlns:a="http://schemas.openxmlformats.org/drawingml/2006/main">
              <a:ext uri="{FF2B5EF4-FFF2-40B4-BE49-F238E27FC236}">
                <a16:creationId xmlns:a16="http://schemas.microsoft.com/office/drawing/2014/main" id="{55656BB4-08DD-426D-83AC-CFBCA3F3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72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Ночной синий</a:t>
            </a:r>
          </a:p>
        </p:txBody>
      </p:sp>
      <p:sp>
        <p:nvSpPr>
          <p:cNvPr id="8" name="#152037">
            <a:extLst xmlns:a="http://schemas.openxmlformats.org/drawingml/2006/main">
              <a:ext uri="{FF2B5EF4-FFF2-40B4-BE49-F238E27FC236}">
                <a16:creationId xmlns:a16="http://schemas.microsoft.com/office/drawing/2014/main" id="{C06A2B16-370D-4A4D-8699-A9DC6841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2952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B0B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BB0BA"/>
                </a:solidFill>
                <a:latin typeface="Arial"/>
                <a:ea typeface="Arial"/>
                <a:cs typeface="Arial"/>
              </a:rPr>
              <a:t>#152037</a:t>
            </a:r>
          </a:p>
        </p:txBody>
      </p:sp>
      <p:sp>
        <p:nvSpPr>
          <p:cNvPr id="9" name="Молочный">
            <a:extLst xmlns:a="http://schemas.openxmlformats.org/drawingml/2006/main">
              <a:ext uri="{FF2B5EF4-FFF2-40B4-BE49-F238E27FC236}">
                <a16:creationId xmlns:a16="http://schemas.microsoft.com/office/drawing/2014/main" id="{C18C1A0F-D0F3-4FE3-BE42-0B778D11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Молочный</a:t>
            </a:r>
          </a:p>
        </p:txBody>
      </p:sp>
      <p:sp>
        <p:nvSpPr>
          <p:cNvPr id="10" name="#F2F1EB">
            <a:extLst xmlns:a="http://schemas.openxmlformats.org/drawingml/2006/main">
              <a:ext uri="{FF2B5EF4-FFF2-40B4-BE49-F238E27FC236}">
                <a16:creationId xmlns:a16="http://schemas.microsoft.com/office/drawing/2014/main" id="{C46C854B-B0D6-4A9D-9F86-716B5A74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6004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#F2F1EB</a:t>
            </a:r>
          </a:p>
        </p:txBody>
      </p:sp>
      <p:sp>
        <p:nvSpPr>
          <p:cNvPr id="11" name="Матовое золото">
            <a:extLst xmlns:a="http://schemas.openxmlformats.org/drawingml/2006/main">
              <a:ext uri="{FF2B5EF4-FFF2-40B4-BE49-F238E27FC236}">
                <a16:creationId xmlns:a16="http://schemas.microsoft.com/office/drawing/2014/main" id="{81E1E0F4-0426-481E-85EE-F497AC1B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Матовое золото</a:t>
            </a:r>
          </a:p>
        </p:txBody>
      </p:sp>
      <p:sp>
        <p:nvSpPr>
          <p:cNvPr id="12" name="#E2CA79">
            <a:extLst xmlns:a="http://schemas.openxmlformats.org/drawingml/2006/main">
              <a:ext uri="{FF2B5EF4-FFF2-40B4-BE49-F238E27FC236}">
                <a16:creationId xmlns:a16="http://schemas.microsoft.com/office/drawing/2014/main" id="{A579A761-2BD3-4FD3-934C-9B58475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753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#E2CA79</a:t>
            </a:r>
          </a:p>
        </p:txBody>
      </p:sp>
    </p:spTree>
    <p:extLst>
      <p:ext uri="{BB962C8B-B14F-4D97-AF65-F5344CB8AC3E}">
        <p14:creationId xmlns:p14="http://schemas.microsoft.com/office/powerpoint/2010/main" val="1495016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2248402414677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От первого знакомства — к доверию.">
            <a:extLst xmlns:a="http://schemas.openxmlformats.org/drawingml/2006/main">
              <a:ext uri="{FF2B5EF4-FFF2-40B4-BE49-F238E27FC236}">
                <a16:creationId xmlns:a16="http://schemas.microsoft.com/office/drawing/2014/main" id="{97939000-C4F0-4935-A41F-374C941E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От первого знакомства — к доверию.</a:t>
            </a:r>
          </a:p>
        </p:txBody>
      </p:sp>
      <p:sp>
        <p:nvSpPr>
          <p:cNvPr id="3" name="ПОЛИГРАФИЯ">
            <a:extLst xmlns:a="http://schemas.openxmlformats.org/drawingml/2006/main">
              <a:ext uri="{FF2B5EF4-FFF2-40B4-BE49-F238E27FC236}">
                <a16:creationId xmlns:a16="http://schemas.microsoft.com/office/drawing/2014/main" id="{66E26BEE-6839-40C9-BEBC-E6AB0E7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819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ПОЛИГРАФИЯ</a:t>
            </a:r>
          </a:p>
        </p:txBody>
      </p:sp>
    </p:spTree>
    <p:extLst>
      <p:ext uri="{BB962C8B-B14F-4D97-AF65-F5344CB8AC3E}">
        <p14:creationId xmlns:p14="http://schemas.microsoft.com/office/powerpoint/2010/main" val="604511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10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0347e499d4f98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Знак, который хочется почувствовать">
            <a:extLst xmlns:a="http://schemas.openxmlformats.org/drawingml/2006/main">
              <a:ext uri="{FF2B5EF4-FFF2-40B4-BE49-F238E27FC236}">
                <a16:creationId xmlns:a16="http://schemas.microsoft.com/office/drawing/2014/main" id="{0E24B795-B110-482C-95B0-D7461ADB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52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Знак, который хочется почувствовать.</a:t>
            </a:r>
          </a:p>
        </p:txBody>
      </p:sp>
      <p:sp>
        <p:nvSpPr>
          <p:cNvPr id="3" name="ТКАНЬ / ТИСНЕНИЕ">
            <a:extLst xmlns:a="http://schemas.openxmlformats.org/drawingml/2006/main">
              <a:ext uri="{FF2B5EF4-FFF2-40B4-BE49-F238E27FC236}">
                <a16:creationId xmlns:a16="http://schemas.microsoft.com/office/drawing/2014/main" id="{7E8A1BC9-C59C-4271-96DA-54CC8826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9819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ТКАНЬ / ТИСНЕНИЕ</a:t>
            </a:r>
          </a:p>
        </p:txBody>
      </p:sp>
    </p:spTree>
    <p:extLst>
      <p:ext uri="{BB962C8B-B14F-4D97-AF65-F5344CB8AC3E}">
        <p14:creationId xmlns:p14="http://schemas.microsoft.com/office/powerpoint/2010/main" val="573178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817a081824dd9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Один знак. Любой масштаб.">
            <a:extLst xmlns:a="http://schemas.openxmlformats.org/drawingml/2006/main">
              <a:ext uri="{FF2B5EF4-FFF2-40B4-BE49-F238E27FC236}">
                <a16:creationId xmlns:a16="http://schemas.microsoft.com/office/drawing/2014/main" id="{CC7B399B-A273-473E-9BB0-B06C1826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Один знак. Любой масштаб.</a:t>
            </a:r>
          </a:p>
        </p:txBody>
      </p:sp>
      <p:sp>
        <p:nvSpPr>
          <p:cNvPr id="3" name="ЦИФРОВАЯ СРЕДА">
            <a:extLst xmlns:a="http://schemas.openxmlformats.org/drawingml/2006/main">
              <a:ext uri="{FF2B5EF4-FFF2-40B4-BE49-F238E27FC236}">
                <a16:creationId xmlns:a16="http://schemas.microsoft.com/office/drawing/2014/main" id="{4ABA2BFF-360B-47E8-8D53-D9DE15A2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981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ЦИФРОВАЯ СРЕДА</a:t>
            </a:r>
          </a:p>
        </p:txBody>
      </p:sp>
    </p:spTree>
    <p:extLst>
      <p:ext uri="{BB962C8B-B14F-4D97-AF65-F5344CB8AC3E}">
        <p14:creationId xmlns:p14="http://schemas.microsoft.com/office/powerpoint/2010/main" val="205387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dfdf171ac42c0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Вся практика — в одном пространстве">
            <a:extLst xmlns:a="http://schemas.openxmlformats.org/drawingml/2006/main">
              <a:ext uri="{FF2B5EF4-FFF2-40B4-BE49-F238E27FC236}">
                <a16:creationId xmlns:a16="http://schemas.microsoft.com/office/drawing/2014/main" id="{9B4F558C-282E-43EA-98B1-3467B16E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52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Вся практика — в одном пространстве.</a:t>
            </a:r>
          </a:p>
        </p:txBody>
      </p:sp>
      <p:sp>
        <p:nvSpPr>
          <p:cNvPr id="3" name="РАБОЧИЙ ДЕНЬ">
            <a:extLst xmlns:a="http://schemas.openxmlformats.org/drawingml/2006/main">
              <a:ext uri="{FF2B5EF4-FFF2-40B4-BE49-F238E27FC236}">
                <a16:creationId xmlns:a16="http://schemas.microsoft.com/office/drawing/2014/main" id="{11236ABC-389B-4FFA-9F5B-370DB30A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981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РАБОЧИЙ ДЕНЬ</a:t>
            </a:r>
          </a:p>
        </p:txBody>
      </p:sp>
    </p:spTree>
    <p:extLst>
      <p:ext uri="{BB962C8B-B14F-4D97-AF65-F5344CB8AC3E}">
        <p14:creationId xmlns:p14="http://schemas.microsoft.com/office/powerpoint/2010/main" val="300023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043fcfe404cd2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Место встречи единомышленников.">
            <a:extLst xmlns:a="http://schemas.openxmlformats.org/drawingml/2006/main">
              <a:ext uri="{FF2B5EF4-FFF2-40B4-BE49-F238E27FC236}">
                <a16:creationId xmlns:a16="http://schemas.microsoft.com/office/drawing/2014/main" id="{EF6FD3FA-A235-4A1D-BD63-339684D6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Место встречи единомышленников.</a:t>
            </a:r>
          </a:p>
        </p:txBody>
      </p:sp>
      <p:sp>
        <p:nvSpPr>
          <p:cNvPr id="3" name="СООБЩЕСТВО">
            <a:extLst xmlns:a="http://schemas.openxmlformats.org/drawingml/2006/main">
              <a:ext uri="{FF2B5EF4-FFF2-40B4-BE49-F238E27FC236}">
                <a16:creationId xmlns:a16="http://schemas.microsoft.com/office/drawing/2014/main" id="{294B98BF-7124-446D-B3A7-4349341F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81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СООБЩЕСТВО</a:t>
            </a:r>
          </a:p>
        </p:txBody>
      </p:sp>
    </p:spTree>
    <p:extLst>
      <p:ext uri="{BB962C8B-B14F-4D97-AF65-F5344CB8AC3E}">
        <p14:creationId xmlns:p14="http://schemas.microsoft.com/office/powerpoint/2010/main" val="124005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10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404f5be784a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LEVENHOUSE">
            <a:extLst xmlns:a="http://schemas.openxmlformats.org/drawingml/2006/main">
              <a:ext uri="{FF2B5EF4-FFF2-40B4-BE49-F238E27FC236}">
                <a16:creationId xmlns:a16="http://schemas.microsoft.com/office/drawing/2014/main" id="{96FCE468-440A-4C21-96DC-48E0C8A6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ELEVENHOUSE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13094ee2544e5">
            <a:extLst>
              <a:ext uri="{96DAC541-7B7A-43D3-8B79-37D633B846F1}">
                <asvg:svgBlip xmlns:asvg="http://schemas.microsoft.com/office/drawing/2016/SVG/main" r:embed="R1ad7e22949074b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1752600"/>
            <a:ext cx="2667000" cy="2305050"/>
          </a:xfrm>
          <a:prstGeom xmlns:a="http://schemas.openxmlformats.org/drawingml/2006/main" prst="rect">
            <a:avLst/>
          </a:prstGeom>
        </p:spPr>
      </p:pic>
      <p:sp>
        <p:nvSpPr>
          <p:cNvPr id="4" name="Больше времени">
            <a:extLst xmlns:a="http://schemas.openxmlformats.org/drawingml/2006/main">
              <a:ext uri="{FF2B5EF4-FFF2-40B4-BE49-F238E27FC236}">
                <a16:creationId xmlns:a16="http://schemas.microsoft.com/office/drawing/2014/main" id="{C8316351-08C2-4AC3-9A70-8893AA69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238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Больше времени</a:t>
            </a:r>
          </a:p>
        </p:txBody>
      </p:sp>
      <p:sp>
        <p:nvSpPr>
          <p:cNvPr id="5" name="на людей.">
            <a:extLst xmlns:a="http://schemas.openxmlformats.org/drawingml/2006/main">
              <a:ext uri="{FF2B5EF4-FFF2-40B4-BE49-F238E27FC236}">
                <a16:creationId xmlns:a16="http://schemas.microsoft.com/office/drawing/2014/main" id="{2E9D3BB1-32EB-4154-BD92-A46300D7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на людей.</a:t>
            </a:r>
          </a:p>
        </p:txBody>
      </p:sp>
      <p:sp>
        <p:nvSpPr>
          <p:cNvPr id="6" name="elevenhouse.ai">
            <a:extLst xmlns:a="http://schemas.openxmlformats.org/drawingml/2006/main">
              <a:ext uri="{FF2B5EF4-FFF2-40B4-BE49-F238E27FC236}">
                <a16:creationId xmlns:a16="http://schemas.microsoft.com/office/drawing/2014/main" id="{95C440E9-6BE1-4F17-A210-57164F85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628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elevenhouse.ai</a:t>
            </a:r>
          </a:p>
        </p:txBody>
      </p:sp>
      <p:sp>
        <p:nvSpPr>
          <p:cNvPr id="7" name="КОНЦЕПЦИЯ АЙДЕНТИКИ / 2026">
            <a:extLst xmlns:a="http://schemas.openxmlformats.org/drawingml/2006/main">
              <a:ext uri="{FF2B5EF4-FFF2-40B4-BE49-F238E27FC236}">
                <a16:creationId xmlns:a16="http://schemas.microsoft.com/office/drawing/2014/main" id="{78670F0E-44CD-4F43-AD15-750157F6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105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BB0B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BB0BA"/>
                </a:solidFill>
                <a:latin typeface="Arial"/>
                <a:ea typeface="Arial"/>
                <a:cs typeface="Arial"/>
              </a:rPr>
              <a:t>КОНЦЕПЦИЯ АЙДЕНТИКИ / 2026</a:t>
            </a:r>
          </a:p>
        </p:txBody>
      </p:sp>
    </p:spTree>
    <p:extLst>
      <p:ext uri="{BB962C8B-B14F-4D97-AF65-F5344CB8AC3E}">
        <p14:creationId xmlns:p14="http://schemas.microsoft.com/office/powerpoint/2010/main" val="1089399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2026-09-16T11:27:06.6630000Z</dcterms:created>
  <dcterms:modified xsi:type="dcterms:W3CDTF">2026-09-16T11:27:06.6630000Z</dcterms:modified>
</coreProperties>
</file>