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c95aa983f4926" /><Relationship Type="http://schemas.openxmlformats.org/officeDocument/2006/relationships/extended-properties" Target="/docProps/app.xml" Id="Re9ff843d46a6468a" /><Relationship Type="http://schemas.openxmlformats.org/officeDocument/2006/relationships/officeDocument" Target="/ppt/presentation.xml" Id="R34a9fbf00391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4508d5515e459c"/>
  </p:sldMasterIdLst>
  <p:notesMasterIdLst>
    <p:notesMasterId xmlns:r="http://schemas.openxmlformats.org/officeDocument/2006/relationships" r:id="Ree6a7dec53ba43ce"/>
  </p:notesMasterIdLst>
  <p:sldIdLst>
    <p:sldId xmlns:r="http://schemas.openxmlformats.org/officeDocument/2006/relationships" id="256" r:id="R7c78dd71342e46e4"/>
    <p:sldId xmlns:r="http://schemas.openxmlformats.org/officeDocument/2006/relationships" id="257" r:id="Ra9b2b064e0684b48"/>
    <p:sldId xmlns:r="http://schemas.openxmlformats.org/officeDocument/2006/relationships" id="258" r:id="Redb2d9993e844f9e"/>
    <p:sldId xmlns:r="http://schemas.openxmlformats.org/officeDocument/2006/relationships" id="259" r:id="R083f8890661f4a01"/>
    <p:sldId xmlns:r="http://schemas.openxmlformats.org/officeDocument/2006/relationships" id="260" r:id="R38482694f4a84150"/>
    <p:sldId xmlns:r="http://schemas.openxmlformats.org/officeDocument/2006/relationships" id="261" r:id="R9a498523dadc4dd4"/>
    <p:sldId xmlns:r="http://schemas.openxmlformats.org/officeDocument/2006/relationships" id="262" r:id="Rfe0323608bf04dba"/>
    <p:sldId xmlns:r="http://schemas.openxmlformats.org/officeDocument/2006/relationships" id="263" r:id="Rcf26bdf184fa4f01"/>
    <p:sldId xmlns:r="http://schemas.openxmlformats.org/officeDocument/2006/relationships" id="264" r:id="R8a30305d208a465c"/>
    <p:sldId xmlns:r="http://schemas.openxmlformats.org/officeDocument/2006/relationships" id="265" r:id="Rd9823fb8b86e4f7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a1a41a57f487c" /><Relationship Type="http://schemas.openxmlformats.org/officeDocument/2006/relationships/slideMaster" Target="/ppt/slideMasters/slideMaster1.xml" Id="Rd14508d5515e459c" /><Relationship Type="http://schemas.openxmlformats.org/officeDocument/2006/relationships/notesMaster" Target="/ppt/notesMasters/notesMaster1.xml" Id="Ree6a7dec53ba43ce" /><Relationship Type="http://schemas.openxmlformats.org/officeDocument/2006/relationships/presProps" Target="/ppt/presProps.xml" Id="Rbe4d88e7ce6c4a36" /><Relationship Type="http://schemas.openxmlformats.org/officeDocument/2006/relationships/tableStyles" Target="/ppt/tableStyles.xml" Id="Rf7893416b79a46ea" /><Relationship Type="http://schemas.openxmlformats.org/officeDocument/2006/relationships/slide" Target="/ppt/slides/slide1.xml" Id="R7c78dd71342e46e4" /><Relationship Type="http://schemas.openxmlformats.org/officeDocument/2006/relationships/slide" Target="/ppt/slides/slide2.xml" Id="Ra9b2b064e0684b48" /><Relationship Type="http://schemas.openxmlformats.org/officeDocument/2006/relationships/slide" Target="/ppt/slides/slide3.xml" Id="Redb2d9993e844f9e" /><Relationship Type="http://schemas.openxmlformats.org/officeDocument/2006/relationships/slide" Target="/ppt/slides/slide4.xml" Id="R083f8890661f4a01" /><Relationship Type="http://schemas.openxmlformats.org/officeDocument/2006/relationships/slide" Target="/ppt/slides/slide5.xml" Id="R38482694f4a84150" /><Relationship Type="http://schemas.openxmlformats.org/officeDocument/2006/relationships/slide" Target="/ppt/slides/slide6.xml" Id="R9a498523dadc4dd4" /><Relationship Type="http://schemas.openxmlformats.org/officeDocument/2006/relationships/slide" Target="/ppt/slides/slide7.xml" Id="Rfe0323608bf04dba" /><Relationship Type="http://schemas.openxmlformats.org/officeDocument/2006/relationships/slide" Target="/ppt/slides/slide8.xml" Id="Rcf26bdf184fa4f01" /><Relationship Type="http://schemas.openxmlformats.org/officeDocument/2006/relationships/slide" Target="/ppt/slides/slide9.xml" Id="R8a30305d208a465c" /><Relationship Type="http://schemas.openxmlformats.org/officeDocument/2006/relationships/slide" Target="/ppt/slides/slide10.xml" Id="Rd9823fb8b86e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76944ad804d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04fc6fc2cf42b8" /><Relationship Type="http://schemas.openxmlformats.org/officeDocument/2006/relationships/notesMaster" Target="/ppt/notesMasters/notesMaster1.xml" Id="R3ee2f930cc6d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968407cef94d26" /><Relationship Type="http://schemas.openxmlformats.org/officeDocument/2006/relationships/notesMaster" Target="/ppt/notesMasters/notesMaster1.xml" Id="R6a1af6a5164d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2936d8bde0458b" /><Relationship Type="http://schemas.openxmlformats.org/officeDocument/2006/relationships/notesMaster" Target="/ppt/notesMasters/notesMaster1.xml" Id="Rdc2ba34c44304c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25f08dd97b4f82" /><Relationship Type="http://schemas.openxmlformats.org/officeDocument/2006/relationships/notesMaster" Target="/ppt/notesMasters/notesMaster1.xml" Id="R2d8395fee618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8f29914a946ce" /><Relationship Type="http://schemas.openxmlformats.org/officeDocument/2006/relationships/notesMaster" Target="/ppt/notesMasters/notesMaster1.xml" Id="R1e0c6980909d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c1b6e6c35c4620" /><Relationship Type="http://schemas.openxmlformats.org/officeDocument/2006/relationships/notesMaster" Target="/ppt/notesMasters/notesMaster1.xml" Id="Re526cd0e16a0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8361de20754a5a" /><Relationship Type="http://schemas.openxmlformats.org/officeDocument/2006/relationships/notesMaster" Target="/ppt/notesMasters/notesMaster1.xml" Id="Re088d30cfbfd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804043b5b47c0" /><Relationship Type="http://schemas.openxmlformats.org/officeDocument/2006/relationships/notesMaster" Target="/ppt/notesMasters/notesMaster1.xml" Id="R22511603c6ed4d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7d9069df924077" /><Relationship Type="http://schemas.openxmlformats.org/officeDocument/2006/relationships/notesMaster" Target="/ppt/notesMasters/notesMaster1.xml" Id="R73bf75e054be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cfe3b7a610468c" /><Relationship Type="http://schemas.openxmlformats.org/officeDocument/2006/relationships/notesMaster" Target="/ppt/notesMasters/notesMaster1.xml" Id="R9471eab9b9f7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Космическая композиция связана с пространством, глубиной и орбитой лендинга ElevenHouse. https://elevenhouse.ai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Смысл 11-го дома — сообщества, единомышленники и коллективное — из тематической справки пользователя. Продуктовая идея единого кабинета: https://elevenhouse.ai. Слоганы являются предложением для айдентики.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Непосредственно показан исходный файл пользователя, без перерисовки.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Ночной синий как основа, молочный для воздуха, матовое золото как акцент.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Применение: папка консультации, визитная карточка, астрологическая карта на кальке.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Применение: ежедневник астролога, тканевый переплёт, золотое тиснение и блинтовая орбитальная линия.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Концептуальный экран запуска с монограммой, не заявленная новая функциональность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Интерфейс в мокапе интерпретирован по реальному скриншоту календаря public/assets/product-screenshots/eh-p01-calendar.png. Обобщённые данные, не точная демонстрация функциональности. https://elevenhouse.ai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Концепция носителей для встречи сообщества астрологов. Не анонс существующего события.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Логотип: предоставленный пользователем Frame 1.png; векторная геометрия из существующих исходников design/logo/2026-09-16. Цвета: navy #152037, gold #E2CA79, ivory #F2F1EB. Фотореалистичный концептуальный мокап, создан встроенным image generation, не фотография изготовленной продукции. Промпт и исходник: assets/image-prompts.md. Финальный брендовый кадр. Предложение коммуникации: Больше времени на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e79462365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196dbd85445bd" /><Relationship Type="http://schemas.openxmlformats.org/officeDocument/2006/relationships/slideLayout" Target="/ppt/slideLayouts/slideLayout1.xml" Id="Ra75f326284ea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f326284ea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d8f58ba024bbd" /><Relationship Type="http://schemas.openxmlformats.org/officeDocument/2006/relationships/image" Target="/ppt/media/image.png" Id="R9158073474284175" /><Relationship Type="http://schemas.openxmlformats.org/officeDocument/2006/relationships/image" Target="/ppt/media/image2.png" Id="R6a9a3344ff8e495c" /><Relationship Type="http://schemas.openxmlformats.org/officeDocument/2006/relationships/image" Target="/ppt/media/image.svg" Id="R08b61543fea84616" /><Relationship Type="http://schemas.openxmlformats.org/officeDocument/2006/relationships/notesSlide" Target="/ppt/notesSlides/notesSlide1.xml" Id="R6ef9b30c91a2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c08ab6ec1495d" /><Relationship Type="http://schemas.openxmlformats.org/officeDocument/2006/relationships/notesSlide" Target="/ppt/notesSlides/notesSlide2.xml" Id="R12cfcd05801d4c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f756654a941c7" /><Relationship Type="http://schemas.openxmlformats.org/officeDocument/2006/relationships/image" Target="/ppt/media/image3.png" Id="R2e79de8fecec45d4" /><Relationship Type="http://schemas.openxmlformats.org/officeDocument/2006/relationships/notesSlide" Target="/ppt/notesSlides/notesSlide3.xml" Id="R62da84c0981346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1c4f0d084ddc" /><Relationship Type="http://schemas.openxmlformats.org/officeDocument/2006/relationships/image" Target="/ppt/media/image4.png" Id="Rb45cfe7e04e84da4" /><Relationship Type="http://schemas.openxmlformats.org/officeDocument/2006/relationships/image" Target="/ppt/media/image2.svg" Id="Red176b82c90b40b0" /><Relationship Type="http://schemas.openxmlformats.org/officeDocument/2006/relationships/image" Target="/ppt/media/image5.png" Id="Ra4d25a7671674576" /><Relationship Type="http://schemas.openxmlformats.org/officeDocument/2006/relationships/image" Target="/ppt/media/image3.svg" Id="Rc64a7ba340674cc7" /><Relationship Type="http://schemas.openxmlformats.org/officeDocument/2006/relationships/image" Target="/ppt/media/image6.png" Id="Re7a4b2230690461a" /><Relationship Type="http://schemas.openxmlformats.org/officeDocument/2006/relationships/image" Target="/ppt/media/image4.svg" Id="Rbd2f2ea40f7b4aa6" /><Relationship Type="http://schemas.openxmlformats.org/officeDocument/2006/relationships/notesSlide" Target="/ppt/notesSlides/notesSlide4.xml" Id="R178d4a8799924b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2216ac7194678" /><Relationship Type="http://schemas.openxmlformats.org/officeDocument/2006/relationships/image" Target="/ppt/media/image7.png" Id="R06890f5c7f244230" /><Relationship Type="http://schemas.openxmlformats.org/officeDocument/2006/relationships/notesSlide" Target="/ppt/notesSlides/notesSlide5.xml" Id="R482973b9750f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a98518f214621" /><Relationship Type="http://schemas.openxmlformats.org/officeDocument/2006/relationships/image" Target="/ppt/media/image8.png" Id="Rd6d9898372b846fd" /><Relationship Type="http://schemas.openxmlformats.org/officeDocument/2006/relationships/notesSlide" Target="/ppt/notesSlides/notesSlide6.xml" Id="Rdbbb3bce0de244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6d9de69c4bec" /><Relationship Type="http://schemas.openxmlformats.org/officeDocument/2006/relationships/image" Target="/ppt/media/image9.png" Id="Rc8c458c45ca6400e" /><Relationship Type="http://schemas.openxmlformats.org/officeDocument/2006/relationships/notesSlide" Target="/ppt/notesSlides/notesSlide7.xml" Id="R7dd8e5e423504a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e8adf931c4e65" /><Relationship Type="http://schemas.openxmlformats.org/officeDocument/2006/relationships/image" Target="/ppt/media/image10.png" Id="R4426d202f5ee491b" /><Relationship Type="http://schemas.openxmlformats.org/officeDocument/2006/relationships/notesSlide" Target="/ppt/notesSlides/notesSlide8.xml" Id="Rf7eba5cfcdd748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1287246104274" /><Relationship Type="http://schemas.openxmlformats.org/officeDocument/2006/relationships/image" Target="/ppt/media/image11.png" Id="Rbe76c3a1f71d4382" /><Relationship Type="http://schemas.openxmlformats.org/officeDocument/2006/relationships/notesSlide" Target="/ppt/notesSlides/notesSlide9.xml" Id="R0618ed94db1c47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27eac82d04521" /><Relationship Type="http://schemas.openxmlformats.org/officeDocument/2006/relationships/image" Target="/ppt/media/image12.png" Id="Rbb7fba56e24e4118" /><Relationship Type="http://schemas.openxmlformats.org/officeDocument/2006/relationships/image" Target="/ppt/media/image13.png" Id="R4e063eb743d54454" /><Relationship Type="http://schemas.openxmlformats.org/officeDocument/2006/relationships/image" Target="/ppt/media/image5.svg" Id="R7a66aa236e3d4812" /><Relationship Type="http://schemas.openxmlformats.org/officeDocument/2006/relationships/notesSlide" Target="/ppt/notesSlides/notesSlide10.xml" Id="Rbdd3f2ad661b4d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80734742841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ПРОСТРАНСТВО ДЛЯ ПРАКТИКИ">
            <a:extLst xmlns:a="http://schemas.openxmlformats.org/drawingml/2006/main">
              <a:ext uri="{FF2B5EF4-FFF2-40B4-BE49-F238E27FC236}">
                <a16:creationId xmlns:a16="http://schemas.microsoft.com/office/drawing/2014/main" id="{21AD9D80-7644-4C39-8703-30B957B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ПРОСТРАНСТВО ДЛЯ ПРАКТИКИ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a3344ff8e495c">
            <a:extLst>
              <a:ext uri="{96DAC541-7B7A-43D3-8B79-37D633B846F1}">
                <asvg:svgBlip xmlns:asvg="http://schemas.microsoft.com/office/drawing/2016/SVG/main" r:embed="R08b61543fea8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981200"/>
            <a:ext cx="7143750" cy="4248150"/>
          </a:xfrm>
          <a:prstGeom xmlns:a="http://schemas.openxmlformats.org/drawingml/2006/main" prst="rect">
            <a:avLst/>
          </a:prstGeom>
        </p:spPr>
      </p:pic>
      <p:sp>
        <p:nvSpPr>
          <p:cNvPr id="4" name="Люди. Связи. Своя орбита.">
            <a:extLst xmlns:a="http://schemas.openxmlformats.org/drawingml/2006/main">
              <a:ext uri="{FF2B5EF4-FFF2-40B4-BE49-F238E27FC236}">
                <a16:creationId xmlns:a16="http://schemas.microsoft.com/office/drawing/2014/main" id="{C5C91BEC-A1B5-4864-A1B7-E299CBBF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722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Люди. Связи. Своя орбита.</a:t>
            </a:r>
          </a:p>
        </p:txBody>
      </p:sp>
      <p:sp>
        <p:nvSpPr>
          <p:cNvPr id="5" name="КОНЦЕПЦИЯ АЙДЕНТИКИ  /  2026">
            <a:extLst xmlns:a="http://schemas.openxmlformats.org/drawingml/2006/main">
              <a:ext uri="{FF2B5EF4-FFF2-40B4-BE49-F238E27FC236}">
                <a16:creationId xmlns:a16="http://schemas.microsoft.com/office/drawing/2014/main" id="{8499AECC-9CFF-4BA0-B464-CA8798F0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КОНЦЕПЦИЯ АЙДЕНТИКИ  /  2026</a:t>
            </a:r>
          </a:p>
        </p:txBody>
      </p:sp>
      <p:sp>
        <p:nvSpPr>
          <p:cNvPr id="6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931E6973-8EE5-45BF-8346-7CDCD14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80676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</p:spTree>
    <p:extLst>
      <p:ext uri="{BB962C8B-B14F-4D97-AF65-F5344CB8AC3E}">
        <p14:creationId xmlns:p14="http://schemas.microsoft.com/office/powerpoint/2010/main" val="1631206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ДИННАДЦАТЫЙ ДОМ">
            <a:extLst xmlns:a="http://schemas.openxmlformats.org/drawingml/2006/main">
              <a:ext uri="{FF2B5EF4-FFF2-40B4-BE49-F238E27FC236}">
                <a16:creationId xmlns:a16="http://schemas.microsoft.com/office/drawing/2014/main" id="{8D2AE07F-0B66-429F-8091-1BE7F70A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ОДИННАДЦАТЫЙ ДОМ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C55AB3A3-D43B-40E3-841B-9CC4936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5286375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307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Свой круг.">
            <a:extLst xmlns:a="http://schemas.openxmlformats.org/drawingml/2006/main">
              <a:ext uri="{FF2B5EF4-FFF2-40B4-BE49-F238E27FC236}">
                <a16:creationId xmlns:a16="http://schemas.microsoft.com/office/drawing/2014/main" id="{14FFACF5-DCE6-4648-8E31-6FDD8383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771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Свой круг.</a:t>
            </a:r>
          </a:p>
        </p:txBody>
      </p:sp>
      <p:sp>
        <p:nvSpPr>
          <p:cNvPr id="4" name="Своя практика.">
            <a:extLst xmlns:a="http://schemas.openxmlformats.org/drawingml/2006/main">
              <a:ext uri="{FF2B5EF4-FFF2-40B4-BE49-F238E27FC236}">
                <a16:creationId xmlns:a16="http://schemas.microsoft.com/office/drawing/2014/main" id="{D4EC69D8-AC3A-40BC-AB59-A4B54E5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819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Своя практика.</a:t>
            </a:r>
          </a:p>
        </p:txBody>
      </p:sp>
      <p:sp>
        <p:nvSpPr>
          <p:cNvPr id="5" name="В астрологии 11-й дом — это сообщес">
            <a:extLst xmlns:a="http://schemas.openxmlformats.org/drawingml/2006/main">
              <a:ext uri="{FF2B5EF4-FFF2-40B4-BE49-F238E27FC236}">
                <a16:creationId xmlns:a16="http://schemas.microsoft.com/office/drawing/2014/main" id="{044D202E-A84B-4E22-A38B-64C66575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33900"/>
            <a:ext cx="762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астрологии 11-й дом — это сообщества,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единомышленники и общее будущее.</a:t>
            </a:r>
          </a:p>
        </p:txBody>
      </p:sp>
      <p:sp>
        <p:nvSpPr>
          <p:cNvPr id="6" name="ElevenHouse объединяет работу астро">
            <a:extLst xmlns:a="http://schemas.openxmlformats.org/drawingml/2006/main">
              <a:ext uri="{FF2B5EF4-FFF2-40B4-BE49-F238E27FC236}">
                <a16:creationId xmlns:a16="http://schemas.microsoft.com/office/drawing/2014/main" id="{7AED62F3-54AC-432E-9861-9BACB2E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76925"/>
            <a:ext cx="7667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объединяет работу астролога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 одном пространстве — чтобы больше</a:t>
            </a:r>
          </a:p>
          <a:p xmlns:a="http://schemas.openxmlformats.org/drawingml/2006/main">
            <a:pPr>
              <a:defRPr sz="23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времени оставалось на людей.</a:t>
            </a:r>
          </a:p>
        </p:txBody>
      </p:sp>
      <p:sp>
        <p:nvSpPr>
          <p:cNvPr id="7" name="ДОМ СВЯЗЕЙ И ВОЗМОЖНОСТЕЙ">
            <a:extLst xmlns:a="http://schemas.openxmlformats.org/drawingml/2006/main">
              <a:ext uri="{FF2B5EF4-FFF2-40B4-BE49-F238E27FC236}">
                <a16:creationId xmlns:a16="http://schemas.microsoft.com/office/drawing/2014/main" id="{2EEAEA9C-EC19-4818-AF35-5054FB82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ДОМ СВЯЗЕЙ И ВОЗМОЖНОСТЕЙ</a:t>
            </a:r>
          </a:p>
        </p:txBody>
      </p:sp>
      <p:sp>
        <p:nvSpPr>
          <p:cNvPr id="8" name="ELEVENHOUSE  /  АЙДЕНТИКА">
            <a:extLst xmlns:a="http://schemas.openxmlformats.org/drawingml/2006/main">
              <a:ext uri="{FF2B5EF4-FFF2-40B4-BE49-F238E27FC236}">
                <a16:creationId xmlns:a16="http://schemas.microsoft.com/office/drawing/2014/main" id="{B70C9A75-F1B2-46F5-AC63-BC24A60D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 /  АЙДЕНТИКА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7DC971BF-6027-462D-A188-FEECC53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58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4357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ОДПИСЬ БРЕНДА">
            <a:extLst xmlns:a="http://schemas.openxmlformats.org/drawingml/2006/main">
              <a:ext uri="{FF2B5EF4-FFF2-40B4-BE49-F238E27FC236}">
                <a16:creationId xmlns:a16="http://schemas.microsoft.com/office/drawing/2014/main" id="{3B51CA37-E0EA-4722-8E23-1C3CFD3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ПОДПИСЬ БРЕНДА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9de8fecec45d4"/>
          <a:stretch xmlns:a="http://schemas.openxmlformats.org/drawingml/2006/main"/>
        </p:blipFill>
        <p:spPr>
          <a:xfrm xmlns:a="http://schemas.openxmlformats.org/drawingml/2006/main">
            <a:off x="1808218" y="1314450"/>
            <a:ext cx="11623563" cy="5619750"/>
          </a:xfrm>
          <a:prstGeom xmlns:a="http://schemas.openxmlformats.org/drawingml/2006/main" prst="rect">
            <a:avLst/>
          </a:prstGeom>
        </p:spPr>
      </p:pic>
      <p:sp>
        <p:nvSpPr>
          <p:cNvPr id="3" name="Монограмма">
            <a:extLst xmlns:a="http://schemas.openxmlformats.org/drawingml/2006/main">
              <a:ext uri="{FF2B5EF4-FFF2-40B4-BE49-F238E27FC236}">
                <a16:creationId xmlns:a16="http://schemas.microsoft.com/office/drawing/2014/main" id="{90319F7C-AC33-4B61-8609-CE40E319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143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Монограмма</a:t>
            </a:r>
          </a:p>
        </p:txBody>
      </p:sp>
      <p:sp>
        <p:nvSpPr>
          <p:cNvPr id="4" name="Основной логотип">
            <a:extLst xmlns:a="http://schemas.openxmlformats.org/drawingml/2006/main">
              <a:ext uri="{FF2B5EF4-FFF2-40B4-BE49-F238E27FC236}">
                <a16:creationId xmlns:a16="http://schemas.microsoft.com/office/drawing/2014/main" id="{5CDEF95F-FEFA-4879-A584-E23BF38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143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Основной логотип</a:t>
            </a:r>
          </a:p>
        </p:txBody>
      </p:sp>
      <p:sp>
        <p:nvSpPr>
          <p:cNvPr id="5" name="ELEVENHOUSE  /  АЙДЕНТИКА">
            <a:extLst xmlns:a="http://schemas.openxmlformats.org/drawingml/2006/main">
              <a:ext uri="{FF2B5EF4-FFF2-40B4-BE49-F238E27FC236}">
                <a16:creationId xmlns:a16="http://schemas.microsoft.com/office/drawing/2014/main" id="{A91E9A66-6D7B-4C9F-960B-30623C1D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5815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ELEVENHOUSE  /  АЙДЕНТИКА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6F6AF2BD-52AB-4C5B-A7C8-B6C156CA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58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3935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BAB73-3E25-40FE-99B4-24DE07D2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7620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AA8D6-E9EE-4468-9C74-192FD468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7620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A79"/>
          </a:solidFill>
          <a:ln xmlns:a="http://schemas.openxmlformats.org/drawingml/2006/main" w="0">
            <a:noFill/>
          </a:ln>
        </p:spPr>
      </p:sp>
      <p:sp>
        <p:nvSpPr>
          <p:cNvPr id="3" name="ЦВЕТ И ХАРАКТЕР">
            <a:extLst xmlns:a="http://schemas.openxmlformats.org/drawingml/2006/main">
              <a:ext uri="{FF2B5EF4-FFF2-40B4-BE49-F238E27FC236}">
                <a16:creationId xmlns:a16="http://schemas.microsoft.com/office/drawing/2014/main" id="{0C1CCF94-6F00-49B5-AE40-5D5EFF9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ЦВЕТ И ХАРАКТЕР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cfe7e04e84da4">
            <a:extLst>
              <a:ext uri="{96DAC541-7B7A-43D3-8B79-37D633B846F1}">
                <asvg:svgBlip xmlns:asvg="http://schemas.microsoft.com/office/drawing/2016/SVG/main" r:embed="Red176b82c90b40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19250" y="2200275"/>
            <a:ext cx="4381500" cy="37719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25a7671674576">
            <a:extLst>
              <a:ext uri="{96DAC541-7B7A-43D3-8B79-37D633B846F1}">
                <asvg:svgBlip xmlns:asvg="http://schemas.microsoft.com/office/drawing/2016/SVG/main" r:embed="Rc64a7ba340674c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0" y="914400"/>
            <a:ext cx="2095500" cy="1809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4b2230690461a">
            <a:extLst>
              <a:ext uri="{96DAC541-7B7A-43D3-8B79-37D633B846F1}">
                <asvg:svgBlip xmlns:asvg="http://schemas.microsoft.com/office/drawing/2016/SVG/main" r:embed="Rbd2f2ea40f7b4a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0" y="5276850"/>
            <a:ext cx="1524000" cy="1314450"/>
          </a:xfrm>
          <a:prstGeom xmlns:a="http://schemas.openxmlformats.org/drawingml/2006/main" prst="rect">
            <a:avLst/>
          </a:prstGeom>
        </p:spPr>
      </p:pic>
      <p:sp>
        <p:nvSpPr>
          <p:cNvPr id="7" name="Ночной синий">
            <a:extLst xmlns:a="http://schemas.openxmlformats.org/drawingml/2006/main">
              <a:ext uri="{FF2B5EF4-FFF2-40B4-BE49-F238E27FC236}">
                <a16:creationId xmlns:a16="http://schemas.microsoft.com/office/drawing/2014/main" id="{7D0CE4E1-7C31-4329-B116-2257EB6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72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Ночной синий</a:t>
            </a:r>
          </a:p>
        </p:txBody>
      </p:sp>
      <p:sp>
        <p:nvSpPr>
          <p:cNvPr id="8" name="#152037">
            <a:extLst xmlns:a="http://schemas.openxmlformats.org/drawingml/2006/main">
              <a:ext uri="{FF2B5EF4-FFF2-40B4-BE49-F238E27FC236}">
                <a16:creationId xmlns:a16="http://schemas.microsoft.com/office/drawing/2014/main" id="{F67EB5B3-76B0-4B39-96D4-6C44C6D4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2952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#152037</a:t>
            </a:r>
          </a:p>
        </p:txBody>
      </p:sp>
      <p:sp>
        <p:nvSpPr>
          <p:cNvPr id="9" name="Молочный">
            <a:extLst xmlns:a="http://schemas.openxmlformats.org/drawingml/2006/main">
              <a:ext uri="{FF2B5EF4-FFF2-40B4-BE49-F238E27FC236}">
                <a16:creationId xmlns:a16="http://schemas.microsoft.com/office/drawing/2014/main" id="{3FED51DE-F114-4FD3-A1E8-31302E26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Молочный</a:t>
            </a:r>
          </a:p>
        </p:txBody>
      </p:sp>
      <p:sp>
        <p:nvSpPr>
          <p:cNvPr id="10" name="#F2F1EB">
            <a:extLst xmlns:a="http://schemas.openxmlformats.org/drawingml/2006/main">
              <a:ext uri="{FF2B5EF4-FFF2-40B4-BE49-F238E27FC236}">
                <a16:creationId xmlns:a16="http://schemas.microsoft.com/office/drawing/2014/main" id="{2053FF87-FD9A-46C8-AFBE-1140E09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6004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#F2F1EB</a:t>
            </a:r>
          </a:p>
        </p:txBody>
      </p:sp>
      <p:sp>
        <p:nvSpPr>
          <p:cNvPr id="11" name="Матовое золото">
            <a:extLst xmlns:a="http://schemas.openxmlformats.org/drawingml/2006/main">
              <a:ext uri="{FF2B5EF4-FFF2-40B4-BE49-F238E27FC236}">
                <a16:creationId xmlns:a16="http://schemas.microsoft.com/office/drawing/2014/main" id="{ED2AB19F-9DB4-46A7-A127-1FD06A54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Матовое золото</a:t>
            </a:r>
          </a:p>
        </p:txBody>
      </p:sp>
      <p:sp>
        <p:nvSpPr>
          <p:cNvPr id="12" name="#E2CA79">
            <a:extLst xmlns:a="http://schemas.openxmlformats.org/drawingml/2006/main">
              <a:ext uri="{FF2B5EF4-FFF2-40B4-BE49-F238E27FC236}">
                <a16:creationId xmlns:a16="http://schemas.microsoft.com/office/drawing/2014/main" id="{940BD47F-8019-4744-AABB-89FF56C5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5342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#E2CA79</a:t>
            </a:r>
          </a:p>
        </p:txBody>
      </p:sp>
    </p:spTree>
    <p:extLst>
      <p:ext uri="{BB962C8B-B14F-4D97-AF65-F5344CB8AC3E}">
        <p14:creationId xmlns:p14="http://schemas.microsoft.com/office/powerpoint/2010/main" val="904747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90f5c7f244230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От первого знакомства — к доверию.">
            <a:extLst xmlns:a="http://schemas.openxmlformats.org/drawingml/2006/main">
              <a:ext uri="{FF2B5EF4-FFF2-40B4-BE49-F238E27FC236}">
                <a16:creationId xmlns:a16="http://schemas.microsoft.com/office/drawing/2014/main" id="{7C71B648-1EFA-472A-90C8-6A145549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От первого знакомства — к доверию.</a:t>
            </a:r>
          </a:p>
        </p:txBody>
      </p:sp>
      <p:sp>
        <p:nvSpPr>
          <p:cNvPr id="3" name="ПОЛИГРАФИЯ">
            <a:extLst xmlns:a="http://schemas.openxmlformats.org/drawingml/2006/main">
              <a:ext uri="{FF2B5EF4-FFF2-40B4-BE49-F238E27FC236}">
                <a16:creationId xmlns:a16="http://schemas.microsoft.com/office/drawing/2014/main" id="{D4D7D273-4962-4692-B6AF-A81D87C7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81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ПОЛИГРАФИЯ</a:t>
            </a:r>
          </a:p>
        </p:txBody>
      </p:sp>
    </p:spTree>
    <p:extLst>
      <p:ext uri="{BB962C8B-B14F-4D97-AF65-F5344CB8AC3E}">
        <p14:creationId xmlns:p14="http://schemas.microsoft.com/office/powerpoint/2010/main" val="600956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9898372b846fd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Знак, который хочется почувствовать">
            <a:extLst xmlns:a="http://schemas.openxmlformats.org/drawingml/2006/main">
              <a:ext uri="{FF2B5EF4-FFF2-40B4-BE49-F238E27FC236}">
                <a16:creationId xmlns:a16="http://schemas.microsoft.com/office/drawing/2014/main" id="{94E23F11-B292-4F40-9C66-C227BDF0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52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Знак, который хочется почувствовать.</a:t>
            </a:r>
          </a:p>
        </p:txBody>
      </p:sp>
      <p:sp>
        <p:nvSpPr>
          <p:cNvPr id="3" name="ТКАНЬ / ТИСНЕНИЕ">
            <a:extLst xmlns:a="http://schemas.openxmlformats.org/drawingml/2006/main">
              <a:ext uri="{FF2B5EF4-FFF2-40B4-BE49-F238E27FC236}">
                <a16:creationId xmlns:a16="http://schemas.microsoft.com/office/drawing/2014/main" id="{24A7C5A6-C77F-457A-8184-76F64C8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9819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ТКАНЬ / ТИСНЕНИЕ</a:t>
            </a:r>
          </a:p>
        </p:txBody>
      </p:sp>
    </p:spTree>
    <p:extLst>
      <p:ext uri="{BB962C8B-B14F-4D97-AF65-F5344CB8AC3E}">
        <p14:creationId xmlns:p14="http://schemas.microsoft.com/office/powerpoint/2010/main" val="1068441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458c45ca6400e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Один знак. Любой масштаб.">
            <a:extLst xmlns:a="http://schemas.openxmlformats.org/drawingml/2006/main">
              <a:ext uri="{FF2B5EF4-FFF2-40B4-BE49-F238E27FC236}">
                <a16:creationId xmlns:a16="http://schemas.microsoft.com/office/drawing/2014/main" id="{432C51E9-BB4C-4C2A-9BAC-04013DD7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Один знак. Любой масштаб.</a:t>
            </a:r>
          </a:p>
        </p:txBody>
      </p:sp>
      <p:sp>
        <p:nvSpPr>
          <p:cNvPr id="3" name="ЦИФРОВАЯ СРЕДА">
            <a:extLst xmlns:a="http://schemas.openxmlformats.org/drawingml/2006/main">
              <a:ext uri="{FF2B5EF4-FFF2-40B4-BE49-F238E27FC236}">
                <a16:creationId xmlns:a16="http://schemas.microsoft.com/office/drawing/2014/main" id="{71282F46-9FF7-4AF0-B71B-6BBB28E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981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ЦИФРОВАЯ СРЕДА</a:t>
            </a:r>
          </a:p>
        </p:txBody>
      </p:sp>
    </p:spTree>
    <p:extLst>
      <p:ext uri="{BB962C8B-B14F-4D97-AF65-F5344CB8AC3E}">
        <p14:creationId xmlns:p14="http://schemas.microsoft.com/office/powerpoint/2010/main" val="1980850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0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6d202f5ee491b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Вся практика — в одном пространстве">
            <a:extLst xmlns:a="http://schemas.openxmlformats.org/drawingml/2006/main">
              <a:ext uri="{FF2B5EF4-FFF2-40B4-BE49-F238E27FC236}">
                <a16:creationId xmlns:a16="http://schemas.microsoft.com/office/drawing/2014/main" id="{E766B2DC-ACA7-4C0E-B1D4-08EBDC97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52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Вся практика — в одном пространстве.</a:t>
            </a:r>
          </a:p>
        </p:txBody>
      </p:sp>
      <p:sp>
        <p:nvSpPr>
          <p:cNvPr id="3" name="РАБОЧИЙ ДЕНЬ">
            <a:extLst xmlns:a="http://schemas.openxmlformats.org/drawingml/2006/main">
              <a:ext uri="{FF2B5EF4-FFF2-40B4-BE49-F238E27FC236}">
                <a16:creationId xmlns:a16="http://schemas.microsoft.com/office/drawing/2014/main" id="{1CCB04A3-51BF-4BC7-841E-126B4DD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981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РАБОЧИЙ ДЕНЬ</a:t>
            </a:r>
          </a:p>
        </p:txBody>
      </p:sp>
    </p:spTree>
    <p:extLst>
      <p:ext uri="{BB962C8B-B14F-4D97-AF65-F5344CB8AC3E}">
        <p14:creationId xmlns:p14="http://schemas.microsoft.com/office/powerpoint/2010/main" val="1916467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6c3a1f71d4382"/>
          <a:srcRect xmlns:a="http://schemas.openxmlformats.org/drawingml/2006/main" l="0" t="6134" r="0" b="6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7524750"/>
          </a:xfrm>
          <a:prstGeom xmlns:a="http://schemas.openxmlformats.org/drawingml/2006/main" prst="rect">
            <a:avLst/>
          </a:prstGeom>
        </p:spPr>
      </p:pic>
      <p:sp>
        <p:nvSpPr>
          <p:cNvPr id="2" name="Место встречи единомышленников.">
            <a:extLst xmlns:a="http://schemas.openxmlformats.org/drawingml/2006/main">
              <a:ext uri="{FF2B5EF4-FFF2-40B4-BE49-F238E27FC236}">
                <a16:creationId xmlns:a16="http://schemas.microsoft.com/office/drawing/2014/main" id="{189742CC-FB1C-47B5-918A-87068AE0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1114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Место встречи единомышленников.</a:t>
            </a:r>
          </a:p>
        </p:txBody>
      </p:sp>
      <p:sp>
        <p:nvSpPr>
          <p:cNvPr id="3" name="СООБЩЕСТВО">
            <a:extLst xmlns:a="http://schemas.openxmlformats.org/drawingml/2006/main">
              <a:ext uri="{FF2B5EF4-FFF2-40B4-BE49-F238E27FC236}">
                <a16:creationId xmlns:a16="http://schemas.microsoft.com/office/drawing/2014/main" id="{049ACAD0-AE1B-4944-B207-44063404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81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520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52037"/>
                </a:solidFill>
                <a:latin typeface="Arial"/>
                <a:ea typeface="Arial"/>
                <a:cs typeface="Arial"/>
              </a:rPr>
              <a:t>СООБЩЕСТВО</a:t>
            </a:r>
          </a:p>
        </p:txBody>
      </p:sp>
    </p:spTree>
    <p:extLst>
      <p:ext uri="{BB962C8B-B14F-4D97-AF65-F5344CB8AC3E}">
        <p14:creationId xmlns:p14="http://schemas.microsoft.com/office/powerpoint/2010/main" val="1577853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10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fba56e24e41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LEVENHOUSE">
            <a:extLst xmlns:a="http://schemas.openxmlformats.org/drawingml/2006/main">
              <a:ext uri="{FF2B5EF4-FFF2-40B4-BE49-F238E27FC236}">
                <a16:creationId xmlns:a16="http://schemas.microsoft.com/office/drawing/2014/main" id="{03BC2371-7CE3-4409-9113-BD425A71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ELEVENHOUSE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63eb743d54454">
            <a:extLst>
              <a:ext uri="{96DAC541-7B7A-43D3-8B79-37D633B846F1}">
                <asvg:svgBlip xmlns:asvg="http://schemas.microsoft.com/office/drawing/2016/SVG/main" r:embed="R7a66aa236e3d48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1752600"/>
            <a:ext cx="2667000" cy="2305050"/>
          </a:xfrm>
          <a:prstGeom xmlns:a="http://schemas.openxmlformats.org/drawingml/2006/main" prst="rect">
            <a:avLst/>
          </a:prstGeom>
        </p:spPr>
      </p:pic>
      <p:sp>
        <p:nvSpPr>
          <p:cNvPr id="4" name="Больше времени">
            <a:extLst xmlns:a="http://schemas.openxmlformats.org/drawingml/2006/main">
              <a:ext uri="{FF2B5EF4-FFF2-40B4-BE49-F238E27FC236}">
                <a16:creationId xmlns:a16="http://schemas.microsoft.com/office/drawing/2014/main" id="{24EAEF97-C6DE-4F05-B21F-C0AD788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238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Больше времени</a:t>
            </a:r>
          </a:p>
        </p:txBody>
      </p:sp>
      <p:sp>
        <p:nvSpPr>
          <p:cNvPr id="5" name="на людей.">
            <a:extLst xmlns:a="http://schemas.openxmlformats.org/drawingml/2006/main">
              <a:ext uri="{FF2B5EF4-FFF2-40B4-BE49-F238E27FC236}">
                <a16:creationId xmlns:a16="http://schemas.microsoft.com/office/drawing/2014/main" id="{3FC63DCF-5CA5-42CC-994A-5F1FDDA7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2F1EB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F2F1EB"/>
                </a:solidFill>
                <a:latin typeface="Arial"/>
                <a:ea typeface="Arial"/>
                <a:cs typeface="Arial"/>
              </a:rPr>
              <a:t>на людей.</a:t>
            </a:r>
          </a:p>
        </p:txBody>
      </p:sp>
      <p:sp>
        <p:nvSpPr>
          <p:cNvPr id="6" name="elevenhouse.ai">
            <a:extLst xmlns:a="http://schemas.openxmlformats.org/drawingml/2006/main">
              <a:ext uri="{FF2B5EF4-FFF2-40B4-BE49-F238E27FC236}">
                <a16:creationId xmlns:a16="http://schemas.microsoft.com/office/drawing/2014/main" id="{BCD6FB22-C535-48DE-A1EB-BA74DA6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580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2CA7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2CA79"/>
                </a:solidFill>
                <a:latin typeface="Arial"/>
                <a:ea typeface="Arial"/>
                <a:cs typeface="Arial"/>
              </a:rPr>
              <a:t>elevenhouse.ai</a:t>
            </a:r>
          </a:p>
        </p:txBody>
      </p:sp>
      <p:sp>
        <p:nvSpPr>
          <p:cNvPr id="7" name="КОНЦЕПЦИЯ АЙДЕНТИКИ / 2026">
            <a:extLst xmlns:a="http://schemas.openxmlformats.org/drawingml/2006/main">
              <a:ext uri="{FF2B5EF4-FFF2-40B4-BE49-F238E27FC236}">
                <a16:creationId xmlns:a16="http://schemas.microsoft.com/office/drawing/2014/main" id="{48AED6C6-5931-4AB4-AEFC-2C063FA2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105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BB0BA"/>
                </a:solidFill>
                <a:latin typeface="Arial"/>
                <a:ea typeface="Arial"/>
                <a:cs typeface="Arial"/>
              </a:rPr>
              <a:t>КОНЦЕПЦИЯ АЙДЕНТИКИ / 2026</a:t>
            </a:r>
          </a:p>
        </p:txBody>
      </p:sp>
    </p:spTree>
    <p:extLst>
      <p:ext uri="{BB962C8B-B14F-4D97-AF65-F5344CB8AC3E}">
        <p14:creationId xmlns:p14="http://schemas.microsoft.com/office/powerpoint/2010/main" val="849969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2026-09-16T11:28:34.4670000Z</dcterms:created>
  <dcterms:modified xsi:type="dcterms:W3CDTF">2026-09-16T11:28:34.4670000Z</dcterms:modified>
</coreProperties>
</file>