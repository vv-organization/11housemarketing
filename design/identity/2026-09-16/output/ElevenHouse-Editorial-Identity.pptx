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5c2e404b6d447d" /><Relationship Type="http://schemas.openxmlformats.org/officeDocument/2006/relationships/extended-properties" Target="/docProps/app.xml" Id="Rf9528b5b82c84bbc" /><Relationship Type="http://schemas.openxmlformats.org/officeDocument/2006/relationships/officeDocument" Target="/ppt/presentation.xml" Id="R6a2ee6dd266e4a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774e5e7e4e4ec1"/>
  </p:sldMasterIdLst>
  <p:notesMasterIdLst>
    <p:notesMasterId xmlns:r="http://schemas.openxmlformats.org/officeDocument/2006/relationships" r:id="Ra49b90dcbbd448af"/>
  </p:notesMasterIdLst>
  <p:sldIdLst>
    <p:sldId xmlns:r="http://schemas.openxmlformats.org/officeDocument/2006/relationships" id="256" r:id="Reb8a1c26d0bc4af6"/>
    <p:sldId xmlns:r="http://schemas.openxmlformats.org/officeDocument/2006/relationships" id="257" r:id="R9230cd0b87aa4e6b"/>
    <p:sldId xmlns:r="http://schemas.openxmlformats.org/officeDocument/2006/relationships" id="258" r:id="R030ca19fb51449b8"/>
    <p:sldId xmlns:r="http://schemas.openxmlformats.org/officeDocument/2006/relationships" id="259" r:id="R7ed424825dc64988"/>
    <p:sldId xmlns:r="http://schemas.openxmlformats.org/officeDocument/2006/relationships" id="260" r:id="R120f11e681fc43af"/>
    <p:sldId xmlns:r="http://schemas.openxmlformats.org/officeDocument/2006/relationships" id="261" r:id="Rde43edde5e4b4e53"/>
    <p:sldId xmlns:r="http://schemas.openxmlformats.org/officeDocument/2006/relationships" id="262" r:id="R1f4e169565174dfe"/>
    <p:sldId xmlns:r="http://schemas.openxmlformats.org/officeDocument/2006/relationships" id="263" r:id="R2d2afeeacbef4398"/>
    <p:sldId xmlns:r="http://schemas.openxmlformats.org/officeDocument/2006/relationships" id="264" r:id="R2ea4f2ebeca34561"/>
    <p:sldId xmlns:r="http://schemas.openxmlformats.org/officeDocument/2006/relationships" id="265" r:id="Rbc9ebcc431ba457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6889e94e2545b7" /><Relationship Type="http://schemas.openxmlformats.org/officeDocument/2006/relationships/slideMaster" Target="/ppt/slideMasters/slideMaster1.xml" Id="Rd0774e5e7e4e4ec1" /><Relationship Type="http://schemas.openxmlformats.org/officeDocument/2006/relationships/notesMaster" Target="/ppt/notesMasters/notesMaster1.xml" Id="Ra49b90dcbbd448af" /><Relationship Type="http://schemas.openxmlformats.org/officeDocument/2006/relationships/presProps" Target="/ppt/presProps.xml" Id="R8e170fa14ec54843" /><Relationship Type="http://schemas.openxmlformats.org/officeDocument/2006/relationships/tableStyles" Target="/ppt/tableStyles.xml" Id="R6d1d77e1f39545be" /><Relationship Type="http://schemas.openxmlformats.org/officeDocument/2006/relationships/slide" Target="/ppt/slides/slide1.xml" Id="Reb8a1c26d0bc4af6" /><Relationship Type="http://schemas.openxmlformats.org/officeDocument/2006/relationships/slide" Target="/ppt/slides/slide2.xml" Id="R9230cd0b87aa4e6b" /><Relationship Type="http://schemas.openxmlformats.org/officeDocument/2006/relationships/slide" Target="/ppt/slides/slide3.xml" Id="R030ca19fb51449b8" /><Relationship Type="http://schemas.openxmlformats.org/officeDocument/2006/relationships/slide" Target="/ppt/slides/slide4.xml" Id="R7ed424825dc64988" /><Relationship Type="http://schemas.openxmlformats.org/officeDocument/2006/relationships/slide" Target="/ppt/slides/slide5.xml" Id="R120f11e681fc43af" /><Relationship Type="http://schemas.openxmlformats.org/officeDocument/2006/relationships/slide" Target="/ppt/slides/slide6.xml" Id="Rde43edde5e4b4e53" /><Relationship Type="http://schemas.openxmlformats.org/officeDocument/2006/relationships/slide" Target="/ppt/slides/slide7.xml" Id="R1f4e169565174dfe" /><Relationship Type="http://schemas.openxmlformats.org/officeDocument/2006/relationships/slide" Target="/ppt/slides/slide8.xml" Id="R2d2afeeacbef4398" /><Relationship Type="http://schemas.openxmlformats.org/officeDocument/2006/relationships/slide" Target="/ppt/slides/slide9.xml" Id="R2ea4f2ebeca34561" /><Relationship Type="http://schemas.openxmlformats.org/officeDocument/2006/relationships/slide" Target="/ppt/slides/slide10.xml" Id="Rbc9ebcc431ba45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7d89159fd042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d2c06f810542bb" /><Relationship Type="http://schemas.openxmlformats.org/officeDocument/2006/relationships/notesMaster" Target="/ppt/notesMasters/notesMaster1.xml" Id="R2b6e604635c249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03f116b8e24fb3" /><Relationship Type="http://schemas.openxmlformats.org/officeDocument/2006/relationships/notesMaster" Target="/ppt/notesMasters/notesMaster1.xml" Id="R6db3c901449549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9b599e24fc4c54" /><Relationship Type="http://schemas.openxmlformats.org/officeDocument/2006/relationships/notesMaster" Target="/ppt/notesMasters/notesMaster1.xml" Id="R75616bbf3e4345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9e596c68ee4e0b" /><Relationship Type="http://schemas.openxmlformats.org/officeDocument/2006/relationships/notesMaster" Target="/ppt/notesMasters/notesMaster1.xml" Id="R7bd91c63b3784b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7807a94fe84c6a" /><Relationship Type="http://schemas.openxmlformats.org/officeDocument/2006/relationships/notesMaster" Target="/ppt/notesMasters/notesMaster1.xml" Id="R23f0083f334d4d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174693758c4d83" /><Relationship Type="http://schemas.openxmlformats.org/officeDocument/2006/relationships/notesMaster" Target="/ppt/notesMasters/notesMaster1.xml" Id="Rdf3808379f5540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f6c08d5eb646f7" /><Relationship Type="http://schemas.openxmlformats.org/officeDocument/2006/relationships/notesMaster" Target="/ppt/notesMasters/notesMaster1.xml" Id="R4816916fed9a46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3f7fcacad847ed" /><Relationship Type="http://schemas.openxmlformats.org/officeDocument/2006/relationships/notesMaster" Target="/ppt/notesMasters/notesMaster1.xml" Id="Rf67287e535004a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769e08f57e4c92" /><Relationship Type="http://schemas.openxmlformats.org/officeDocument/2006/relationships/notesMaster" Target="/ppt/notesMasters/notesMaster1.xml" Id="R79e72316f2c749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815c5dd0ec4e25" /><Relationship Type="http://schemas.openxmlformats.org/officeDocument/2006/relationships/notesMaster" Target="/ppt/notesMasters/notesMaster1.xml" Id="R64520d6b02a848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Редакционная композиция: референс пользователя 16.15.32. Фото — новый концептуальный мокап.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Смысл 11-го дома — сообщества, единомышленники и коллективное — из справки пользователя. Продуктовая идея: https://elevenhouse.ai.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Разбор формы: исходные векторные кривые, контур и увеличенный фрагмент; референс 16.14.58. Линии показывают уровень строчных букв и базовую линию, не утверждают алгоритм построения.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Референс 16.14.51: контраст цифровой и физической поверхности. Носители — концепты для сообщества астрологов.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Новый мокап: набор астролога — папка, натальная карта, ежедневник. Референс 16.15.26 используется для масштаба и взаимодействия рук с предметом.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Свободный коллаж фактур: референс 16.15.32; материалы консультации, печать и ежедневник.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Референс 16.15.43: предметный кадр часов рядом с интерфейсными деталями. Экран часов и интерфейсные карточки — концепция применения айдентики, не заявление о текущем функционале продукта.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Продуктовая идея единого кабинета: https://elevenhouse.ai. Изображение рабочего места — концептуальный мокап по реальному интерфейсу календаря, с обобщёнными данными.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Референс 16.15.47: небольшая перпендикулярная вывеска в реальной городской среде. Здесь — концепт входа в пространство астрологов, не существующий адрес.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Завершающий кадр в фирменной палитре. Айдентика сохраняет пользовательский логотип; меняются способы применения и презентационная композиция.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00f0c448840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f313c988044157" /><Relationship Type="http://schemas.openxmlformats.org/officeDocument/2006/relationships/slideLayout" Target="/ppt/slideLayouts/slideLayout1.xml" Id="Rb9ec2d8ae0824f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ec2d8ae0824f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bf9cb7b194312" /><Relationship Type="http://schemas.openxmlformats.org/officeDocument/2006/relationships/image" Target="/ppt/media/image.png" Id="R5d5d2b7688894791" /><Relationship Type="http://schemas.openxmlformats.org/officeDocument/2006/relationships/image" Target="/ppt/media/image.svg" Id="Rd1f4712ea08d4451" /><Relationship Type="http://schemas.openxmlformats.org/officeDocument/2006/relationships/image" Target="/ppt/media/image2.png" Id="Rce24a58eccfc4a3e" /><Relationship Type="http://schemas.openxmlformats.org/officeDocument/2006/relationships/notesSlide" Target="/ppt/notesSlides/notesSlide1.xml" Id="R1aab8a62f38749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59289b3b04877" /><Relationship Type="http://schemas.openxmlformats.org/officeDocument/2006/relationships/image" Target="/ppt/media/image3.png" Id="R39c0e398249c4309" /><Relationship Type="http://schemas.openxmlformats.org/officeDocument/2006/relationships/image" Target="/ppt/media/image2.svg" Id="R835b2884d11f4337" /><Relationship Type="http://schemas.openxmlformats.org/officeDocument/2006/relationships/notesSlide" Target="/ppt/notesSlides/notesSlide2.xml" Id="R5d6219d00b7744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f56c7f50e4de8" /><Relationship Type="http://schemas.openxmlformats.org/officeDocument/2006/relationships/image" Target="/ppt/media/image4.png" Id="Re8dffa425f4745ea" /><Relationship Type="http://schemas.openxmlformats.org/officeDocument/2006/relationships/image" Target="/ppt/media/image3.svg" Id="Rcef12fd1193f4bec" /><Relationship Type="http://schemas.openxmlformats.org/officeDocument/2006/relationships/image" Target="/ppt/media/image5.png" Id="R77ebe2a3ca824809" /><Relationship Type="http://schemas.openxmlformats.org/officeDocument/2006/relationships/image" Target="/ppt/media/image4.svg" Id="R8e9edfec087f4943" /><Relationship Type="http://schemas.openxmlformats.org/officeDocument/2006/relationships/notesSlide" Target="/ppt/notesSlides/notesSlide3.xml" Id="R21048b53a3f04e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2d7bd08f24c84" /><Relationship Type="http://schemas.openxmlformats.org/officeDocument/2006/relationships/image" Target="/ppt/media/image6.png" Id="R4dbed69c81dd4735" /><Relationship Type="http://schemas.openxmlformats.org/officeDocument/2006/relationships/image" Target="/ppt/media/image5.svg" Id="Rbc6c028cc10f42ab" /><Relationship Type="http://schemas.openxmlformats.org/officeDocument/2006/relationships/image" Target="/ppt/media/image7.png" Id="R2767a8fd0c204054" /><Relationship Type="http://schemas.openxmlformats.org/officeDocument/2006/relationships/notesSlide" Target="/ppt/notesSlides/notesSlide4.xml" Id="R7e12f3eadf024d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b70d2a3d448a4" /><Relationship Type="http://schemas.openxmlformats.org/officeDocument/2006/relationships/image" Target="/ppt/media/image8.png" Id="R05aaa0fa805d4166" /><Relationship Type="http://schemas.openxmlformats.org/officeDocument/2006/relationships/notesSlide" Target="/ppt/notesSlides/notesSlide5.xml" Id="Rafbf0f4e42da44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20305c031403f" /><Relationship Type="http://schemas.openxmlformats.org/officeDocument/2006/relationships/image" Target="/ppt/media/image9.png" Id="Rbf49a08a36ed4856" /><Relationship Type="http://schemas.openxmlformats.org/officeDocument/2006/relationships/image" Target="/ppt/media/image10.png" Id="R327fff3f3bf34590" /><Relationship Type="http://schemas.openxmlformats.org/officeDocument/2006/relationships/image" Target="/ppt/media/image11.png" Id="R9fba96c02cfc4745" /><Relationship Type="http://schemas.openxmlformats.org/officeDocument/2006/relationships/notesSlide" Target="/ppt/notesSlides/notesSlide6.xml" Id="R5999c7d2fe2c4e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b30d167414e82" /><Relationship Type="http://schemas.openxmlformats.org/officeDocument/2006/relationships/image" Target="/ppt/media/image12.png" Id="R955a0a1726e84d68" /><Relationship Type="http://schemas.openxmlformats.org/officeDocument/2006/relationships/notesSlide" Target="/ppt/notesSlides/notesSlide7.xml" Id="Rd11fa4a311564e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a53506a1846be" /><Relationship Type="http://schemas.openxmlformats.org/officeDocument/2006/relationships/image" Target="/ppt/media/image13.png" Id="R2e6e5200afea437b" /><Relationship Type="http://schemas.openxmlformats.org/officeDocument/2006/relationships/image" Target="/ppt/media/image6.svg" Id="R666a04f695af4a65" /><Relationship Type="http://schemas.openxmlformats.org/officeDocument/2006/relationships/image" Target="/ppt/media/image14.png" Id="R5e298ddd56e44dc1" /><Relationship Type="http://schemas.openxmlformats.org/officeDocument/2006/relationships/notesSlide" Target="/ppt/notesSlides/notesSlide8.xml" Id="R3a82f0bb707843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9751ddcdc46ea" /><Relationship Type="http://schemas.openxmlformats.org/officeDocument/2006/relationships/image" Target="/ppt/media/image15.png" Id="R34b79a542bb54467" /><Relationship Type="http://schemas.openxmlformats.org/officeDocument/2006/relationships/image" Target="/ppt/media/image7.svg" Id="R1638d9599fc44d02" /><Relationship Type="http://schemas.openxmlformats.org/officeDocument/2006/relationships/image" Target="/ppt/media/image16.png" Id="Rd4911aee21a94abb" /><Relationship Type="http://schemas.openxmlformats.org/officeDocument/2006/relationships/notesSlide" Target="/ppt/notesSlides/notesSlide9.xml" Id="R4b7366083ccc42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3632c307e4667" /><Relationship Type="http://schemas.openxmlformats.org/officeDocument/2006/relationships/image" Target="/ppt/media/image17.png" Id="R1de8b16548f649ff" /><Relationship Type="http://schemas.openxmlformats.org/officeDocument/2006/relationships/image" Target="/ppt/media/image8.svg" Id="Rc6e0eb31ed054856" /><Relationship Type="http://schemas.openxmlformats.org/officeDocument/2006/relationships/image" Target="/ppt/media/image18.png" Id="R4cb3ad9492e94cb8" /><Relationship Type="http://schemas.openxmlformats.org/officeDocument/2006/relationships/image" Target="/ppt/media/image9.svg" Id="Rd8e590b599a9431a" /><Relationship Type="http://schemas.openxmlformats.org/officeDocument/2006/relationships/notesSlide" Target="/ppt/notesSlides/notesSlide10.xml" Id="Rc1ffc215731147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LEVENHOUSE">
            <a:extLst xmlns:a="http://schemas.openxmlformats.org/drawingml/2006/main">
              <a:ext uri="{FF2B5EF4-FFF2-40B4-BE49-F238E27FC236}">
                <a16:creationId xmlns:a16="http://schemas.microsoft.com/office/drawing/2014/main" id="{13641DCC-C40F-4EF5-8BA9-FD01D80B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600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ELEVENHOUSE</a:t>
            </a:r>
          </a:p>
        </p:txBody>
      </p:sp>
      <p:sp>
        <p:nvSpPr>
          <p:cNvPr id="2" name="АЙДЕНТИКА / 2026">
            <a:extLst xmlns:a="http://schemas.openxmlformats.org/drawingml/2006/main">
              <a:ext uri="{FF2B5EF4-FFF2-40B4-BE49-F238E27FC236}">
                <a16:creationId xmlns:a16="http://schemas.microsoft.com/office/drawing/2014/main" id="{0128B5EA-2925-4194-BDD2-5A7C7E82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048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АЙДЕНТИКА / 2026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d2b7688894791">
            <a:extLst>
              <a:ext uri="{96DAC541-7B7A-43D3-8B79-37D633B846F1}">
                <asvg:svgBlip xmlns:asvg="http://schemas.microsoft.com/office/drawing/2016/SVG/main" r:embed="Rd1f4712ea08d44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1714500"/>
            <a:ext cx="7048500" cy="420052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4a58eccfc4a3e"/>
          <a:srcRect xmlns:a="http://schemas.openxmlformats.org/drawingml/2006/main" l="21953" t="0" r="219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1495425"/>
            <a:ext cx="5772150" cy="5791200"/>
          </a:xfrm>
          <a:prstGeom xmlns:a="http://schemas.openxmlformats.org/drawingml/2006/main" prst="rect">
            <a:avLst/>
          </a:prstGeom>
        </p:spPr>
      </p:pic>
      <p:sp>
        <p:nvSpPr>
          <p:cNvPr id="5" name="Для астрологов.&#10;Для тех, кто рядом.">
            <a:extLst xmlns:a="http://schemas.openxmlformats.org/drawingml/2006/main">
              <a:ext uri="{FF2B5EF4-FFF2-40B4-BE49-F238E27FC236}">
                <a16:creationId xmlns:a16="http://schemas.microsoft.com/office/drawing/2014/main" id="{6F8617B4-BAD8-433E-90B7-FEA79ACE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429375"/>
            <a:ext cx="7429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Для астрологов.</a:t>
            </a:r>
          </a:p>
          <a:p xmlns:a="http://schemas.openxmlformats.org/drawingml/2006/main">
            <a:pPr>
              <a:defRPr sz="31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Для тех, кто рядом.</a:t>
            </a:r>
          </a:p>
        </p:txBody>
      </p:sp>
      <p:sp>
        <p:nvSpPr>
          <p:cNvPr id="6" name="ПРАКТИКА / ЛЮДИ / СВЯЗИ">
            <a:extLst xmlns:a="http://schemas.openxmlformats.org/drawingml/2006/main">
              <a:ext uri="{FF2B5EF4-FFF2-40B4-BE49-F238E27FC236}">
                <a16:creationId xmlns:a16="http://schemas.microsoft.com/office/drawing/2014/main" id="{02C8764A-9598-481F-BF10-CFD75CE2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04862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ПРАКТИКА / ЛЮДИ / СВЯЗИ</a:t>
            </a:r>
          </a:p>
        </p:txBody>
      </p:sp>
      <p:sp>
        <p:nvSpPr>
          <p:cNvPr id="7" name="elevenhouse.ai">
            <a:extLst xmlns:a="http://schemas.openxmlformats.org/drawingml/2006/main">
              <a:ext uri="{FF2B5EF4-FFF2-40B4-BE49-F238E27FC236}">
                <a16:creationId xmlns:a16="http://schemas.microsoft.com/office/drawing/2014/main" id="{37F59D36-6848-463C-9FD7-7E9C2764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8048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elevenhouse.ai</a:t>
            </a:r>
          </a:p>
        </p:txBody>
      </p:sp>
    </p:spTree>
    <p:extLst>
      <p:ext uri="{BB962C8B-B14F-4D97-AF65-F5344CB8AC3E}">
        <p14:creationId xmlns:p14="http://schemas.microsoft.com/office/powerpoint/2010/main" val="1903749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СВОЙ КРУГ">
            <a:extLst xmlns:a="http://schemas.openxmlformats.org/drawingml/2006/main">
              <a:ext uri="{FF2B5EF4-FFF2-40B4-BE49-F238E27FC236}">
                <a16:creationId xmlns:a16="http://schemas.microsoft.com/office/drawing/2014/main" id="{7B621EDA-04C9-4B4E-8243-54913CCE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СВОЙ КРУГ</a:t>
            </a:r>
          </a:p>
        </p:txBody>
      </p:sp>
      <p:sp>
        <p:nvSpPr>
          <p:cNvPr id="2" name="Астролог рядом.&#10;Практика в порядке.">
            <a:extLst xmlns:a="http://schemas.openxmlformats.org/drawingml/2006/main">
              <a:ext uri="{FF2B5EF4-FFF2-40B4-BE49-F238E27FC236}">
                <a16:creationId xmlns:a16="http://schemas.microsoft.com/office/drawing/2014/main" id="{48098E33-8A24-47CA-A4F6-4FAA934A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104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2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72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Астролог рядом.</a:t>
            </a:r>
          </a:p>
          <a:p xmlns:a="http://schemas.openxmlformats.org/drawingml/2006/main">
            <a:pPr>
              <a:defRPr sz="72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72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Практика в порядке.</a:t>
            </a:r>
          </a:p>
        </p:txBody>
      </p:sp>
      <p:sp>
        <p:nvSpPr>
          <p:cNvPr id="3" name="11-й дом — про связи и единомышленн">
            <a:extLst xmlns:a="http://schemas.openxmlformats.org/drawingml/2006/main">
              <a:ext uri="{FF2B5EF4-FFF2-40B4-BE49-F238E27FC236}">
                <a16:creationId xmlns:a16="http://schemas.microsoft.com/office/drawing/2014/main" id="{7E336282-D58F-4E81-A8F4-6ACBD3DA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11-й дом — про связи и единомышленников.</a:t>
            </a:r>
          </a:p>
          <a:p xmlns:a="http://schemas.openxmlformats.org/drawingml/2006/main">
            <a:pPr>
              <a:defRPr sz="22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ElevenHouse — пространство, где астролог</a:t>
            </a:r>
          </a:p>
          <a:p xmlns:a="http://schemas.openxmlformats.org/drawingml/2006/main">
            <a:pPr>
              <a:defRPr sz="22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объединяет работу и отношения с клиентами.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0e398249c4309">
            <a:extLst>
              <a:ext uri="{96DAC541-7B7A-43D3-8B79-37D633B846F1}">
                <asvg:svgBlip xmlns:asvg="http://schemas.microsoft.com/office/drawing/2016/SVG/main" r:embed="R835b2884d11f43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811000" y="5610225"/>
            <a:ext cx="2524125" cy="2171700"/>
          </a:xfrm>
          <a:prstGeom xmlns:a="http://schemas.openxmlformats.org/drawingml/2006/main" prst="rect">
            <a:avLst/>
          </a:prstGeom>
        </p:spPr>
      </p:pic>
      <p:sp>
        <p:nvSpPr>
          <p:cNvPr id="5" name="ELEVENHOUSE  /  АЙДЕНТИКА">
            <a:extLst xmlns:a="http://schemas.openxmlformats.org/drawingml/2006/main">
              <a:ext uri="{FF2B5EF4-FFF2-40B4-BE49-F238E27FC236}">
                <a16:creationId xmlns:a16="http://schemas.microsoft.com/office/drawing/2014/main" id="{728517FA-F797-4FBF-A61E-D379A633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ELEVENHOUSE  /  АЙДЕНТИКА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F385A297-527C-4A7B-9485-3E55D64C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58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3942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F35FF-1C2F-4E6C-AE4E-D456D967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762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7E1"/>
          </a:solidFill>
          <a:ln xmlns:a="http://schemas.openxmlformats.org/drawingml/2006/main" w="0">
            <a:noFill/>
          </a:ln>
        </p:spPr>
      </p:sp>
      <p:sp>
        <p:nvSpPr>
          <p:cNvPr id="2" name="ПЛАСТИКА ЗНАКА">
            <a:extLst xmlns:a="http://schemas.openxmlformats.org/drawingml/2006/main">
              <a:ext uri="{FF2B5EF4-FFF2-40B4-BE49-F238E27FC236}">
                <a16:creationId xmlns:a16="http://schemas.microsoft.com/office/drawing/2014/main" id="{4DF4CA00-E3BE-4BFF-A046-8C218202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ПЛАСТИКА ЗНАКА</a:t>
            </a:r>
          </a:p>
        </p:txBody>
      </p:sp>
      <p:sp>
        <p:nvSpPr>
          <p:cNvPr id="3" name="ДЕТАЛЬ СОЕДИНЕНИЯ">
            <a:extLst xmlns:a="http://schemas.openxmlformats.org/drawingml/2006/main">
              <a:ext uri="{FF2B5EF4-FFF2-40B4-BE49-F238E27FC236}">
                <a16:creationId xmlns:a16="http://schemas.microsoft.com/office/drawing/2014/main" id="{CCC09B4B-8B30-4D28-9370-FBB4AF7F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ДЕТАЛЬ СОЕДИНЕНИЯ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ffa425f4745ea">
            <a:extLst>
              <a:ext uri="{96DAC541-7B7A-43D3-8B79-37D633B846F1}">
                <asvg:svgBlip xmlns:asvg="http://schemas.microsoft.com/office/drawing/2016/SVG/main" r:embed="Rcef12fd1193f4b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66850" y="2400300"/>
            <a:ext cx="4333875" cy="3733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A9CEA-F068-4457-BD99-153E9E1B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604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7B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D6C9C-F5FA-492B-946B-E6C61532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67425"/>
            <a:ext cx="604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7BF"/>
          </a:solidFill>
          <a:ln xmlns:a="http://schemas.openxmlformats.org/drawingml/2006/main" w="0">
            <a:noFill/>
          </a:ln>
        </p:spPr>
      </p:sp>
      <p:sp>
        <p:nvSpPr>
          <p:cNvPr id="7" name="Уровень строчных">
            <a:extLst xmlns:a="http://schemas.openxmlformats.org/drawingml/2006/main">
              <a:ext uri="{FF2B5EF4-FFF2-40B4-BE49-F238E27FC236}">
                <a16:creationId xmlns:a16="http://schemas.microsoft.com/office/drawing/2014/main" id="{88A2DE82-641F-4C89-B55A-63EE2BA3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27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766F"/>
                </a:solidFill>
                <a:latin typeface="Arial"/>
                <a:ea typeface="Arial"/>
                <a:cs typeface="Arial"/>
              </a:rPr>
              <a:t>Уровень строчных</a:t>
            </a:r>
          </a:p>
        </p:txBody>
      </p:sp>
      <p:sp>
        <p:nvSpPr>
          <p:cNvPr id="8" name="Базовая линия">
            <a:extLst xmlns:a="http://schemas.openxmlformats.org/drawingml/2006/main">
              <a:ext uri="{FF2B5EF4-FFF2-40B4-BE49-F238E27FC236}">
                <a16:creationId xmlns:a16="http://schemas.microsoft.com/office/drawing/2014/main" id="{7B6F5070-3109-4703-A54B-67B9F8C0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00775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27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766F"/>
                </a:solidFill>
                <a:latin typeface="Arial"/>
                <a:ea typeface="Arial"/>
                <a:cs typeface="Arial"/>
              </a:rPr>
              <a:t>Базовая линия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be2a3ca824809">
            <a:extLst>
              <a:ext uri="{96DAC541-7B7A-43D3-8B79-37D633B846F1}">
                <asvg:svgBlip xmlns:asvg="http://schemas.microsoft.com/office/drawing/2016/SVG/main" r:embed="R8e9edfec087f49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20025" y="1228725"/>
            <a:ext cx="7210425" cy="6572250"/>
          </a:xfrm>
          <a:prstGeom xmlns:a="http://schemas.openxmlformats.org/drawingml/2006/main" prst="rect">
            <a:avLst/>
          </a:prstGeom>
        </p:spPr>
      </p:pic>
      <p:sp>
        <p:nvSpPr>
          <p:cNvPr id="10" name="Две буквы — один непрерывный ритм.">
            <a:extLst xmlns:a="http://schemas.openxmlformats.org/drawingml/2006/main">
              <a:ext uri="{FF2B5EF4-FFF2-40B4-BE49-F238E27FC236}">
                <a16:creationId xmlns:a16="http://schemas.microsoft.com/office/drawing/2014/main" id="{964D1EC3-84A1-4FB5-B545-F4D6C993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199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Две буквы — один непрерывный ритм.</a:t>
            </a:r>
          </a:p>
        </p:txBody>
      </p:sp>
    </p:spTree>
    <p:extLst>
      <p:ext uri="{BB962C8B-B14F-4D97-AF65-F5344CB8AC3E}">
        <p14:creationId xmlns:p14="http://schemas.microsoft.com/office/powerpoint/2010/main" val="11885993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ЗНАК В СИСТЕМЕ">
            <a:extLst xmlns:a="http://schemas.openxmlformats.org/drawingml/2006/main">
              <a:ext uri="{FF2B5EF4-FFF2-40B4-BE49-F238E27FC236}">
                <a16:creationId xmlns:a16="http://schemas.microsoft.com/office/drawing/2014/main" id="{9D9EB832-8BDB-47D5-AB6B-3ED03F51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ЗНАК В СИСТЕМЕ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0708D-6FDA-452C-89DD-CEB13E1A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6007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6BAAC-DEFA-4CFA-83BB-319FD89C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71725"/>
            <a:ext cx="2247900" cy="2247900"/>
          </a:xfrm>
          <a:prstGeom xmlns:a="http://schemas.openxmlformats.org/drawingml/2006/main" prst="roundRect">
            <a:avLst>
              <a:gd name="adj" fmla="val 21186"/>
            </a:avLst>
          </a:prstGeom>
          <a:solidFill xmlns:a="http://schemas.openxmlformats.org/drawingml/2006/main">
            <a:srgbClr val="F2F1EB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ed69c81dd4735">
            <a:extLst>
              <a:ext uri="{96DAC541-7B7A-43D3-8B79-37D633B846F1}">
                <asvg:svgBlip xmlns:asvg="http://schemas.microsoft.com/office/drawing/2016/SVG/main" r:embed="Rbc6c028cc10f42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57475" y="2781300"/>
            <a:ext cx="1504950" cy="1295400"/>
          </a:xfrm>
          <a:prstGeom xmlns:a="http://schemas.openxmlformats.org/drawingml/2006/main" prst="rect">
            <a:avLst/>
          </a:prstGeom>
        </p:spPr>
      </p:pic>
      <p:sp>
        <p:nvSpPr>
          <p:cNvPr id="5" name="Иконка приложения">
            <a:extLst xmlns:a="http://schemas.openxmlformats.org/drawingml/2006/main">
              <a:ext uri="{FF2B5EF4-FFF2-40B4-BE49-F238E27FC236}">
                <a16:creationId xmlns:a16="http://schemas.microsoft.com/office/drawing/2014/main" id="{FB9E8A6E-6D78-4169-ABE1-0B2CC7D3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Иконка приложения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ED683-E95C-4F9A-AE07-A2521305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58025"/>
            <a:ext cx="17526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7"/>
          </a:solidFill>
          <a:ln xmlns:a="http://schemas.openxmlformats.org/drawingml/2006/main" w="0">
            <a:noFill/>
          </a:ln>
        </p:spPr>
      </p:sp>
      <p:sp>
        <p:nvSpPr>
          <p:cNvPr id="7" name="#152037">
            <a:extLst xmlns:a="http://schemas.openxmlformats.org/drawingml/2006/main">
              <a:ext uri="{FF2B5EF4-FFF2-40B4-BE49-F238E27FC236}">
                <a16:creationId xmlns:a16="http://schemas.microsoft.com/office/drawing/2014/main" id="{17C2161C-B9D2-428F-BDDF-8436142E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#152037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C69CD-C71F-4C61-AD3A-5D4481F6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7058025"/>
            <a:ext cx="17526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B"/>
          </a:solidFill>
          <a:ln xmlns:a="http://schemas.openxmlformats.org/drawingml/2006/main" w="0">
            <a:noFill/>
          </a:ln>
        </p:spPr>
      </p:sp>
      <p:sp>
        <p:nvSpPr>
          <p:cNvPr id="9" name="#F2F1EB">
            <a:extLst xmlns:a="http://schemas.openxmlformats.org/drawingml/2006/main">
              <a:ext uri="{FF2B5EF4-FFF2-40B4-BE49-F238E27FC236}">
                <a16:creationId xmlns:a16="http://schemas.microsoft.com/office/drawing/2014/main" id="{A977DBC9-7295-46DC-983A-3F33DEAE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781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#F2F1EB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862A9-F3EA-41C4-9C3B-D56AFB9B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7058025"/>
            <a:ext cx="17526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A79"/>
          </a:solidFill>
          <a:ln xmlns:a="http://schemas.openxmlformats.org/drawingml/2006/main" w="0">
            <a:noFill/>
          </a:ln>
        </p:spPr>
      </p:sp>
      <p:sp>
        <p:nvSpPr>
          <p:cNvPr id="11" name="#E2CA79">
            <a:extLst xmlns:a="http://schemas.openxmlformats.org/drawingml/2006/main">
              <a:ext uri="{FF2B5EF4-FFF2-40B4-BE49-F238E27FC236}">
                <a16:creationId xmlns:a16="http://schemas.microsoft.com/office/drawing/2014/main" id="{884426C4-979C-4CE4-AAF4-79F0C427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781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#E2CA79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7a8fd0c204054"/>
          <a:srcRect xmlns:a="http://schemas.openxmlformats.org/drawingml/2006/main" l="16067" t="0" r="160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0425" y="1343025"/>
            <a:ext cx="7419975" cy="6153150"/>
          </a:xfrm>
          <a:prstGeom xmlns:a="http://schemas.openxmlformats.org/drawingml/2006/main" prst="rect">
            <a:avLst/>
          </a:prstGeom>
        </p:spPr>
      </p:pic>
      <p:sp>
        <p:nvSpPr>
          <p:cNvPr id="13" name="Пространство сообщества">
            <a:extLst xmlns:a="http://schemas.openxmlformats.org/drawingml/2006/main">
              <a:ext uri="{FF2B5EF4-FFF2-40B4-BE49-F238E27FC236}">
                <a16:creationId xmlns:a16="http://schemas.microsoft.com/office/drawing/2014/main" id="{5DE241B0-8883-4617-BDAD-567E45B2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772400"/>
            <a:ext cx="7381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Пространство сообщества</a:t>
            </a:r>
          </a:p>
        </p:txBody>
      </p:sp>
    </p:spTree>
    <p:extLst>
      <p:ext uri="{BB962C8B-B14F-4D97-AF65-F5344CB8AC3E}">
        <p14:creationId xmlns:p14="http://schemas.microsoft.com/office/powerpoint/2010/main" val="1773161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aa0fa805d416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613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В деталях.">
            <a:extLst xmlns:a="http://schemas.openxmlformats.org/drawingml/2006/main">
              <a:ext uri="{FF2B5EF4-FFF2-40B4-BE49-F238E27FC236}">
                <a16:creationId xmlns:a16="http://schemas.microsoft.com/office/drawing/2014/main" id="{DD4AD34A-20E5-464C-9A1D-ECB6ECFF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"/>
            <a:ext cx="690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В деталях.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9a08a36ed4856"/>
          <a:srcRect xmlns:a="http://schemas.openxmlformats.org/drawingml/2006/main" l="8588" t="0" r="85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238375"/>
            <a:ext cx="7905750" cy="53721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fff3f3bf34590"/>
          <a:srcRect xmlns:a="http://schemas.openxmlformats.org/drawingml/2006/main" l="6696" t="0" r="66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3050" y="790575"/>
            <a:ext cx="5467350" cy="3552825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a96c02cfc4745"/>
          <a:srcRect xmlns:a="http://schemas.openxmlformats.org/drawingml/2006/main" l="0" t="143" r="0" b="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4562475"/>
            <a:ext cx="6381750" cy="3581400"/>
          </a:xfrm>
          <a:prstGeom xmlns:a="http://schemas.openxmlformats.org/drawingml/2006/main" prst="rect">
            <a:avLst/>
          </a:prstGeom>
        </p:spPr>
      </p:pic>
      <p:sp>
        <p:nvSpPr>
          <p:cNvPr id="5" name="БУМАГА / КАЛЬКА / ТИСНЕНИЕ">
            <a:extLst xmlns:a="http://schemas.openxmlformats.org/drawingml/2006/main">
              <a:ext uri="{FF2B5EF4-FFF2-40B4-BE49-F238E27FC236}">
                <a16:creationId xmlns:a16="http://schemas.microsoft.com/office/drawing/2014/main" id="{326B9DC7-6D44-4E85-A6A8-24DAB1DF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9533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БУМАГА / КАЛЬКА / ТИСНЕНИЕ</a:t>
            </a:r>
          </a:p>
        </p:txBody>
      </p:sp>
    </p:spTree>
    <p:extLst>
      <p:ext uri="{BB962C8B-B14F-4D97-AF65-F5344CB8AC3E}">
        <p14:creationId xmlns:p14="http://schemas.microsoft.com/office/powerpoint/2010/main" val="1873338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a0a1726e84d68"/>
          <a:srcRect xmlns:a="http://schemas.openxmlformats.org/drawingml/2006/main" l="24987" t="0" r="249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62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РИТМ ПРАКТИКИ">
            <a:extLst xmlns:a="http://schemas.openxmlformats.org/drawingml/2006/main">
              <a:ext uri="{FF2B5EF4-FFF2-40B4-BE49-F238E27FC236}">
                <a16:creationId xmlns:a16="http://schemas.microsoft.com/office/drawing/2014/main" id="{3586E44F-C4E1-4593-AF82-D647A85B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19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2CA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2CA79"/>
                </a:solidFill>
                <a:latin typeface="Arial"/>
                <a:ea typeface="Arial"/>
                <a:cs typeface="Arial"/>
              </a:rPr>
              <a:t>РИТМ ПРАКТИКИ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36704-ED27-4B4B-91FD-B2D56084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6438900" cy="1143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1EB"/>
          </a:solidFill>
          <a:ln xmlns:a="http://schemas.openxmlformats.org/drawingml/2006/main" w="0">
            <a:noFill/>
          </a:ln>
        </p:spPr>
      </p:sp>
      <p:sp>
        <p:nvSpPr>
          <p:cNvPr id="4" name="14:30">
            <a:extLst xmlns:a="http://schemas.openxmlformats.org/drawingml/2006/main">
              <a:ext uri="{FF2B5EF4-FFF2-40B4-BE49-F238E27FC236}">
                <a16:creationId xmlns:a16="http://schemas.microsoft.com/office/drawing/2014/main" id="{D4F7FEB6-1E51-4ED2-B92F-38E215F8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57400"/>
            <a:ext cx="1762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14:30</a:t>
            </a:r>
          </a:p>
        </p:txBody>
      </p:sp>
      <p:sp>
        <p:nvSpPr>
          <p:cNvPr id="5" name="Консультация&#10;Натальная карта">
            <a:extLst xmlns:a="http://schemas.openxmlformats.org/drawingml/2006/main">
              <a:ext uri="{FF2B5EF4-FFF2-40B4-BE49-F238E27FC236}">
                <a16:creationId xmlns:a16="http://schemas.microsoft.com/office/drawing/2014/main" id="{E7D9C052-5AF8-42D8-8F7E-085D0556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76450"/>
            <a:ext cx="3667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Консультация</a:t>
            </a:r>
          </a:p>
          <a:p xmlns:a="http://schemas.openxmlformats.org/drawingml/2006/main">
            <a:pPr>
              <a:defRPr sz="18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Натальная карта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FD0CD-DEA1-43A2-BF0B-48CD24B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48050"/>
            <a:ext cx="6438900" cy="30289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2F1EB"/>
          </a:solidFill>
          <a:ln xmlns:a="http://schemas.openxmlformats.org/drawingml/2006/main" w="0">
            <a:noFill/>
          </a:ln>
        </p:spPr>
      </p:sp>
      <p:sp>
        <p:nvSpPr>
          <p:cNvPr id="7" name="ПОДГОТОВКА К ВСТРЕЧЕ">
            <a:extLst xmlns:a="http://schemas.openxmlformats.org/drawingml/2006/main">
              <a:ext uri="{FF2B5EF4-FFF2-40B4-BE49-F238E27FC236}">
                <a16:creationId xmlns:a16="http://schemas.microsoft.com/office/drawing/2014/main" id="{BC4E62AA-2276-4F16-85E7-D1A2D3A0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771900"/>
            <a:ext cx="542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ПОДГОТОВКА К ВСТРЕЧЕ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D36C7-8218-4CEE-96D8-988C8115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33900"/>
            <a:ext cx="1847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7A8AA-408C-455D-9E6B-35C0A742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33900"/>
            <a:ext cx="1847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F5A12-DE4C-40D8-A5A6-AE09CFA8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5339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A79"/>
          </a:solidFill>
          <a:ln xmlns:a="http://schemas.openxmlformats.org/drawingml/2006/main" w="0">
            <a:noFill/>
          </a:ln>
        </p:spPr>
      </p:sp>
      <p:sp>
        <p:nvSpPr>
          <p:cNvPr id="11" name="Запись">
            <a:extLst xmlns:a="http://schemas.openxmlformats.org/drawingml/2006/main">
              <a:ext uri="{FF2B5EF4-FFF2-40B4-BE49-F238E27FC236}">
                <a16:creationId xmlns:a16="http://schemas.microsoft.com/office/drawing/2014/main" id="{DFC2B6CD-BCB6-48A6-95B6-1F107DF3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81965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Запись</a:t>
            </a:r>
          </a:p>
        </p:txBody>
      </p:sp>
      <p:sp>
        <p:nvSpPr>
          <p:cNvPr id="12" name="Карта">
            <a:extLst xmlns:a="http://schemas.openxmlformats.org/drawingml/2006/main">
              <a:ext uri="{FF2B5EF4-FFF2-40B4-BE49-F238E27FC236}">
                <a16:creationId xmlns:a16="http://schemas.microsoft.com/office/drawing/2014/main" id="{267E4574-F351-4756-B12D-6F8B402E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1965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Карта</a:t>
            </a:r>
          </a:p>
        </p:txBody>
      </p:sp>
      <p:sp>
        <p:nvSpPr>
          <p:cNvPr id="13" name="Встреча">
            <a:extLst xmlns:a="http://schemas.openxmlformats.org/drawingml/2006/main">
              <a:ext uri="{FF2B5EF4-FFF2-40B4-BE49-F238E27FC236}">
                <a16:creationId xmlns:a16="http://schemas.microsoft.com/office/drawing/2014/main" id="{D773E933-82E5-495A-8F24-EDF4E80E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81965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Встреча</a:t>
            </a:r>
          </a:p>
        </p:txBody>
      </p:sp>
      <p:sp>
        <p:nvSpPr>
          <p:cNvPr id="14" name="Всё готово к разговору.">
            <a:extLst xmlns:a="http://schemas.openxmlformats.org/drawingml/2006/main">
              <a:ext uri="{FF2B5EF4-FFF2-40B4-BE49-F238E27FC236}">
                <a16:creationId xmlns:a16="http://schemas.microsoft.com/office/drawing/2014/main" id="{ABC916BB-4EEB-4786-A2A6-A9F119FE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619750"/>
            <a:ext cx="552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Всё готово к разговору.</a:t>
            </a:r>
          </a:p>
        </p:txBody>
      </p:sp>
      <p:sp>
        <p:nvSpPr>
          <p:cNvPr id="15" name="Забота начинается&#10;до консультации.">
            <a:extLst xmlns:a="http://schemas.openxmlformats.org/drawingml/2006/main">
              <a:ext uri="{FF2B5EF4-FFF2-40B4-BE49-F238E27FC236}">
                <a16:creationId xmlns:a16="http://schemas.microsoft.com/office/drawing/2014/main" id="{2D5DF84E-5DB2-4485-8F80-0E3A21C6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096125"/>
            <a:ext cx="6238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Забота начинается</a:t>
            </a:r>
          </a:p>
          <a:p xmlns:a="http://schemas.openxmlformats.org/drawingml/2006/main">
            <a:pPr>
              <a:defRPr sz="315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до консультации.</a:t>
            </a:r>
          </a:p>
        </p:txBody>
      </p:sp>
      <p:sp>
        <p:nvSpPr>
          <p:cNvPr id="16" name="КОНЦЕПЦИЯ ИНТЕРФЕЙСА">
            <a:extLst xmlns:a="http://schemas.openxmlformats.org/drawingml/2006/main">
              <a:ext uri="{FF2B5EF4-FFF2-40B4-BE49-F238E27FC236}">
                <a16:creationId xmlns:a16="http://schemas.microsoft.com/office/drawing/2014/main" id="{7945B9B8-BCC8-4C4A-A297-948DA14C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8267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BB0B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BB0BA"/>
                </a:solidFill>
                <a:latin typeface="Arial"/>
                <a:ea typeface="Arial"/>
                <a:cs typeface="Arial"/>
              </a:rPr>
              <a:t>КОНЦЕПЦИЯ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4094421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ОДУКТ">
            <a:extLst xmlns:a="http://schemas.openxmlformats.org/drawingml/2006/main">
              <a:ext uri="{FF2B5EF4-FFF2-40B4-BE49-F238E27FC236}">
                <a16:creationId xmlns:a16="http://schemas.microsoft.com/office/drawing/2014/main" id="{5CA70887-360D-4604-B425-0F1BD384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2" name="Вся практика.&#10;Один кабинет.">
            <a:extLst xmlns:a="http://schemas.openxmlformats.org/drawingml/2006/main">
              <a:ext uri="{FF2B5EF4-FFF2-40B4-BE49-F238E27FC236}">
                <a16:creationId xmlns:a16="http://schemas.microsoft.com/office/drawing/2014/main" id="{8BCC5662-F492-409A-BE14-B99782FF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5381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Вся практика.</a:t>
            </a:r>
          </a:p>
          <a:p xmlns:a="http://schemas.openxmlformats.org/drawingml/2006/main">
            <a:pPr>
              <a:defRPr sz="45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Один кабинет.</a:t>
            </a:r>
          </a:p>
        </p:txBody>
      </p:sp>
      <p:sp>
        <p:nvSpPr>
          <p:cNvPr id="3" name="Клиенты, консультации,&#10;материалы и ">
            <a:extLst xmlns:a="http://schemas.openxmlformats.org/drawingml/2006/main">
              <a:ext uri="{FF2B5EF4-FFF2-40B4-BE49-F238E27FC236}">
                <a16:creationId xmlns:a16="http://schemas.microsoft.com/office/drawing/2014/main" id="{6E2810B9-8587-4690-ACD7-63063D7A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00525"/>
            <a:ext cx="51911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Клиенты, консультации,</a:t>
            </a:r>
          </a:p>
          <a:p xmlns:a="http://schemas.openxmlformats.org/drawingml/2006/main">
            <a:pPr>
              <a:defRPr sz="21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материалы и расписание —</a:t>
            </a:r>
          </a:p>
          <a:p xmlns:a="http://schemas.openxmlformats.org/drawingml/2006/main">
            <a:pPr>
              <a:defRPr sz="21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в одном пространстве.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e5200afea437b">
            <a:extLst>
              <a:ext uri="{96DAC541-7B7A-43D3-8B79-37D633B846F1}">
                <asvg:svgBlip xmlns:asvg="http://schemas.microsoft.com/office/drawing/2016/SVG/main" r:embed="R666a04f695af4a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" y="6267450"/>
            <a:ext cx="1162050" cy="100012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98ddd56e44dc1"/>
          <a:srcRect xmlns:a="http://schemas.openxmlformats.org/drawingml/2006/main" l="10139" t="0" r="101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343025"/>
            <a:ext cx="8324850" cy="5876925"/>
          </a:xfrm>
          <a:prstGeom xmlns:a="http://schemas.openxmlformats.org/drawingml/2006/main" prst="rect">
            <a:avLst/>
          </a:prstGeom>
        </p:spPr>
      </p:pic>
      <p:sp>
        <p:nvSpPr>
          <p:cNvPr id="6" name="Больше времени на людей.">
            <a:extLst xmlns:a="http://schemas.openxmlformats.org/drawingml/2006/main">
              <a:ext uri="{FF2B5EF4-FFF2-40B4-BE49-F238E27FC236}">
                <a16:creationId xmlns:a16="http://schemas.microsoft.com/office/drawing/2014/main" id="{D320C095-FBC1-40C3-914B-E5EE807E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55332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Больше времени на людей.</a:t>
            </a:r>
          </a:p>
        </p:txBody>
      </p:sp>
    </p:spTree>
    <p:extLst>
      <p:ext uri="{BB962C8B-B14F-4D97-AF65-F5344CB8AC3E}">
        <p14:creationId xmlns:p14="http://schemas.microsoft.com/office/powerpoint/2010/main" val="15912300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СВОЙ ДОМ">
            <a:extLst xmlns:a="http://schemas.openxmlformats.org/drawingml/2006/main">
              <a:ext uri="{FF2B5EF4-FFF2-40B4-BE49-F238E27FC236}">
                <a16:creationId xmlns:a16="http://schemas.microsoft.com/office/drawing/2014/main" id="{D75E3494-1820-4AAF-B522-814F88C1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СВОЙ ДОМ</a:t>
            </a:r>
          </a:p>
        </p:txBody>
      </p:sp>
      <p:sp>
        <p:nvSpPr>
          <p:cNvPr id="2" name="Место&#10;для своих.">
            <a:extLst xmlns:a="http://schemas.openxmlformats.org/drawingml/2006/main">
              <a:ext uri="{FF2B5EF4-FFF2-40B4-BE49-F238E27FC236}">
                <a16:creationId xmlns:a16="http://schemas.microsoft.com/office/drawing/2014/main" id="{94E731E2-09FE-4464-80FD-AD95D055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328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43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Место</a:t>
            </a:r>
          </a:p>
          <a:p xmlns:a="http://schemas.openxmlformats.org/drawingml/2006/main">
            <a:pPr>
              <a:defRPr sz="43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43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для своих.</a:t>
            </a:r>
          </a:p>
        </p:txBody>
      </p:sp>
      <p:sp>
        <p:nvSpPr>
          <p:cNvPr id="3" name="Встречи.&#10;Консультации.&#10;Сообщество.">
            <a:extLst xmlns:a="http://schemas.openxmlformats.org/drawingml/2006/main">
              <a:ext uri="{FF2B5EF4-FFF2-40B4-BE49-F238E27FC236}">
                <a16:creationId xmlns:a16="http://schemas.microsoft.com/office/drawing/2014/main" id="{AC6E7F4D-E898-426C-A813-80F2C073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Встречи.</a:t>
            </a:r>
          </a:p>
          <a:p xmlns:a="http://schemas.openxmlformats.org/drawingml/2006/main">
            <a:pPr>
              <a:defRPr sz="20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Консультации.</a:t>
            </a:r>
          </a:p>
          <a:p xmlns:a="http://schemas.openxmlformats.org/drawingml/2006/main">
            <a:pPr>
              <a:defRPr sz="20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Сообщество.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79a542bb54467">
            <a:extLst>
              <a:ext uri="{96DAC541-7B7A-43D3-8B79-37D633B846F1}">
                <asvg:svgBlip xmlns:asvg="http://schemas.microsoft.com/office/drawing/2016/SVG/main" r:embed="R1638d9599fc44d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6896100"/>
            <a:ext cx="904875" cy="7810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11aee21a94abb"/>
          <a:srcRect xmlns:a="http://schemas.openxmlformats.org/drawingml/2006/main" l="13137" t="0" r="131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10025" y="0"/>
            <a:ext cx="11229975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239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ЛЮДИ / СВЯЗИ / ПРАКТИКА">
            <a:extLst xmlns:a="http://schemas.openxmlformats.org/drawingml/2006/main">
              <a:ext uri="{FF2B5EF4-FFF2-40B4-BE49-F238E27FC236}">
                <a16:creationId xmlns:a16="http://schemas.microsoft.com/office/drawing/2014/main" id="{649E8DC6-DA18-45D7-8440-240D0CE0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2CA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CA79"/>
                </a:solidFill>
                <a:latin typeface="Arial"/>
                <a:ea typeface="Arial"/>
                <a:cs typeface="Arial"/>
              </a:rPr>
              <a:t>ЛЮДИ / СВЯЗИ / ПРАКТИКА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8b16548f649ff">
            <a:extLst>
              <a:ext uri="{96DAC541-7B7A-43D3-8B79-37D633B846F1}">
                <asvg:svgBlip xmlns:asvg="http://schemas.microsoft.com/office/drawing/2016/SVG/main" r:embed="Rc6e0eb31ed0548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1743075"/>
            <a:ext cx="9105900" cy="541972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3ad9492e94cb8">
            <a:extLst>
              <a:ext uri="{96DAC541-7B7A-43D3-8B79-37D633B846F1}">
                <asvg:svgBlip xmlns:asvg="http://schemas.microsoft.com/office/drawing/2016/SVG/main" r:embed="Rd8e590b599a943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791950" y="5305425"/>
            <a:ext cx="2533650" cy="2181225"/>
          </a:xfrm>
          <a:prstGeom xmlns:a="http://schemas.openxmlformats.org/drawingml/2006/main" prst="rect">
            <a:avLst/>
          </a:prstGeom>
        </p:spPr>
      </p:pic>
      <p:sp>
        <p:nvSpPr>
          <p:cNvPr id="4" name="elevenhouse.ai">
            <a:extLst xmlns:a="http://schemas.openxmlformats.org/drawingml/2006/main">
              <a:ext uri="{FF2B5EF4-FFF2-40B4-BE49-F238E27FC236}">
                <a16:creationId xmlns:a16="http://schemas.microsoft.com/office/drawing/2014/main" id="{3B03CAEC-EB23-4D6C-9614-CEAD1FBC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943850"/>
            <a:ext cx="7715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elevenhouse.ai</a:t>
            </a:r>
          </a:p>
        </p:txBody>
      </p:sp>
      <p:sp>
        <p:nvSpPr>
          <p:cNvPr id="5" name="АЙДЕНТИКА / 2026">
            <a:extLst xmlns:a="http://schemas.openxmlformats.org/drawingml/2006/main">
              <a:ext uri="{FF2B5EF4-FFF2-40B4-BE49-F238E27FC236}">
                <a16:creationId xmlns:a16="http://schemas.microsoft.com/office/drawing/2014/main" id="{22AA12E2-392D-4C4F-8E29-FAA7AC75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077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АЙДЕНТИКА / 2026</a:t>
            </a:r>
          </a:p>
        </p:txBody>
      </p:sp>
    </p:spTree>
    <p:extLst>
      <p:ext uri="{BB962C8B-B14F-4D97-AF65-F5344CB8AC3E}">
        <p14:creationId xmlns:p14="http://schemas.microsoft.com/office/powerpoint/2010/main" val="2060358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2026-09-16T13:22:37.0280000Z</dcterms:created>
  <dcterms:modified xsi:type="dcterms:W3CDTF">2026-09-16T13:22:37.0280000Z</dcterms:modified>
</coreProperties>
</file>